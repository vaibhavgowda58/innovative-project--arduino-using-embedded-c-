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0"/>
  </p:notesMasterIdLst>
  <p:sldIdLst>
    <p:sldId id="475" r:id="rId2"/>
    <p:sldId id="470" r:id="rId3"/>
    <p:sldId id="478" r:id="rId4"/>
    <p:sldId id="462" r:id="rId5"/>
    <p:sldId id="479" r:id="rId6"/>
    <p:sldId id="476" r:id="rId7"/>
    <p:sldId id="473" r:id="rId8"/>
    <p:sldId id="468" r:id="rId9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501F5-B768-4EEF-B8AF-83D610768448}" v="1" dt="2022-04-23T05:28:17.845"/>
    <p1510:client id="{1FADF3AC-0E4B-4241-9FE7-B3EC2CFCE965}" v="673" dt="2022-02-28T18:11:35.032"/>
    <p1510:client id="{210FF068-2BB6-43B6-9031-C71E0B774A3D}" v="63" dt="2022-04-22T14:47:58.638"/>
    <p1510:client id="{21391B05-293E-431B-81C3-F286939F0A94}" v="12" dt="2022-03-01T04:13:31.204"/>
    <p1510:client id="{51ACAA79-6235-495C-B706-2659545A5172}" v="25" dt="2022-04-23T05:24:05.296"/>
    <p1510:client id="{BE1E3BF5-F993-4951-82FB-E02C4C9F24C2}" v="23" dt="2022-03-06T08:32:46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S N" userId="568a0305b15ac6b1" providerId="Windows Live" clId="Web-{BE1E3BF5-F993-4951-82FB-E02C4C9F24C2}"/>
    <pc:docChg chg="modSld">
      <pc:chgData name="Shashank S N" userId="568a0305b15ac6b1" providerId="Windows Live" clId="Web-{BE1E3BF5-F993-4951-82FB-E02C4C9F24C2}" dt="2022-03-06T08:32:46.093" v="19" actId="20577"/>
      <pc:docMkLst>
        <pc:docMk/>
      </pc:docMkLst>
      <pc:sldChg chg="modSp">
        <pc:chgData name="Shashank S N" userId="568a0305b15ac6b1" providerId="Windows Live" clId="Web-{BE1E3BF5-F993-4951-82FB-E02C4C9F24C2}" dt="2022-03-06T08:32:46.093" v="19" actId="20577"/>
        <pc:sldMkLst>
          <pc:docMk/>
          <pc:sldMk cId="947468273" sldId="475"/>
        </pc:sldMkLst>
        <pc:spChg chg="mod">
          <ac:chgData name="Shashank S N" userId="568a0305b15ac6b1" providerId="Windows Live" clId="Web-{BE1E3BF5-F993-4951-82FB-E02C4C9F24C2}" dt="2022-03-06T08:32:46.093" v="19" actId="20577"/>
          <ac:spMkLst>
            <pc:docMk/>
            <pc:sldMk cId="947468273" sldId="475"/>
            <ac:spMk id="3" creationId="{00000000-0000-0000-0000-000000000000}"/>
          </ac:spMkLst>
        </pc:spChg>
        <pc:graphicFrameChg chg="mod modGraphic">
          <ac:chgData name="Shashank S N" userId="568a0305b15ac6b1" providerId="Windows Live" clId="Web-{BE1E3BF5-F993-4951-82FB-E02C4C9F24C2}" dt="2022-03-06T08:32:22.764" v="12" actId="1076"/>
          <ac:graphicFrameMkLst>
            <pc:docMk/>
            <pc:sldMk cId="947468273" sldId="475"/>
            <ac:graphicFrameMk id="5" creationId="{00000000-0000-0000-0000-000000000000}"/>
          </ac:graphicFrameMkLst>
        </pc:graphicFrameChg>
      </pc:sldChg>
    </pc:docChg>
  </pc:docChgLst>
  <pc:docChgLst>
    <pc:chgData name="Shashank S N" userId="568a0305b15ac6b1" providerId="Windows Live" clId="Web-{21391B05-293E-431B-81C3-F286939F0A94}"/>
    <pc:docChg chg="modSld">
      <pc:chgData name="Shashank S N" userId="568a0305b15ac6b1" providerId="Windows Live" clId="Web-{21391B05-293E-431B-81C3-F286939F0A94}" dt="2022-03-01T04:13:31.204" v="639"/>
      <pc:docMkLst>
        <pc:docMk/>
      </pc:docMkLst>
      <pc:sldChg chg="modTransition">
        <pc:chgData name="Shashank S N" userId="568a0305b15ac6b1" providerId="Windows Live" clId="Web-{21391B05-293E-431B-81C3-F286939F0A94}" dt="2022-03-01T04:13:19.423" v="636"/>
        <pc:sldMkLst>
          <pc:docMk/>
          <pc:sldMk cId="973887109" sldId="462"/>
        </pc:sldMkLst>
      </pc:sldChg>
      <pc:sldChg chg="modTransition">
        <pc:chgData name="Shashank S N" userId="568a0305b15ac6b1" providerId="Windows Live" clId="Web-{21391B05-293E-431B-81C3-F286939F0A94}" dt="2022-03-01T04:13:31.204" v="639"/>
        <pc:sldMkLst>
          <pc:docMk/>
          <pc:sldMk cId="3798440382" sldId="468"/>
        </pc:sldMkLst>
      </pc:sldChg>
      <pc:sldChg chg="modTransition">
        <pc:chgData name="Shashank S N" userId="568a0305b15ac6b1" providerId="Windows Live" clId="Web-{21391B05-293E-431B-81C3-F286939F0A94}" dt="2022-03-01T04:13:08.985" v="634"/>
        <pc:sldMkLst>
          <pc:docMk/>
          <pc:sldMk cId="816428933" sldId="470"/>
        </pc:sldMkLst>
      </pc:sldChg>
      <pc:sldChg chg="modTransition">
        <pc:chgData name="Shashank S N" userId="568a0305b15ac6b1" providerId="Windows Live" clId="Web-{21391B05-293E-431B-81C3-F286939F0A94}" dt="2022-03-01T04:13:27.689" v="638"/>
        <pc:sldMkLst>
          <pc:docMk/>
          <pc:sldMk cId="2758975439" sldId="473"/>
        </pc:sldMkLst>
      </pc:sldChg>
      <pc:sldChg chg="modTransition">
        <pc:chgData name="Shashank S N" userId="568a0305b15ac6b1" providerId="Windows Live" clId="Web-{21391B05-293E-431B-81C3-F286939F0A94}" dt="2022-03-01T04:12:58.251" v="633"/>
        <pc:sldMkLst>
          <pc:docMk/>
          <pc:sldMk cId="947468273" sldId="475"/>
        </pc:sldMkLst>
      </pc:sldChg>
      <pc:sldChg chg="modSp modTransition">
        <pc:chgData name="Shashank S N" userId="568a0305b15ac6b1" providerId="Windows Live" clId="Web-{21391B05-293E-431B-81C3-F286939F0A94}" dt="2022-03-01T04:13:24.470" v="637"/>
        <pc:sldMkLst>
          <pc:docMk/>
          <pc:sldMk cId="2235674506" sldId="476"/>
        </pc:sldMkLst>
        <pc:spChg chg="mod">
          <ac:chgData name="Shashank S N" userId="568a0305b15ac6b1" providerId="Windows Live" clId="Web-{21391B05-293E-431B-81C3-F286939F0A94}" dt="2022-03-01T04:11:11.842" v="631" actId="1076"/>
          <ac:spMkLst>
            <pc:docMk/>
            <pc:sldMk cId="2235674506" sldId="476"/>
            <ac:spMk id="6" creationId="{00000000-0000-0000-0000-000000000000}"/>
          </ac:spMkLst>
        </pc:spChg>
        <pc:graphicFrameChg chg="mod modGraphic">
          <ac:chgData name="Shashank S N" userId="568a0305b15ac6b1" providerId="Windows Live" clId="Web-{21391B05-293E-431B-81C3-F286939F0A94}" dt="2022-03-01T04:10:20.528" v="628" actId="20577"/>
          <ac:graphicFrameMkLst>
            <pc:docMk/>
            <pc:sldMk cId="2235674506" sldId="476"/>
            <ac:graphicFrameMk id="8" creationId="{00000000-0000-0000-0000-000000000000}"/>
          </ac:graphicFrameMkLst>
        </pc:graphicFrameChg>
      </pc:sldChg>
      <pc:sldChg chg="modTransition">
        <pc:chgData name="Shashank S N" userId="568a0305b15ac6b1" providerId="Windows Live" clId="Web-{21391B05-293E-431B-81C3-F286939F0A94}" dt="2022-03-01T04:13:11.548" v="635"/>
        <pc:sldMkLst>
          <pc:docMk/>
          <pc:sldMk cId="103887700" sldId="478"/>
        </pc:sldMkLst>
      </pc:sldChg>
    </pc:docChg>
  </pc:docChgLst>
  <pc:docChgLst>
    <pc:chgData name="Shashank S N" userId="568a0305b15ac6b1" providerId="Windows Live" clId="Web-{1FADF3AC-0E4B-4241-9FE7-B3EC2CFCE965}"/>
    <pc:docChg chg="modSld">
      <pc:chgData name="Shashank S N" userId="568a0305b15ac6b1" providerId="Windows Live" clId="Web-{1FADF3AC-0E4B-4241-9FE7-B3EC2CFCE965}" dt="2022-02-28T18:11:35.032" v="650" actId="20577"/>
      <pc:docMkLst>
        <pc:docMk/>
      </pc:docMkLst>
      <pc:sldChg chg="addSp delSp modSp">
        <pc:chgData name="Shashank S N" userId="568a0305b15ac6b1" providerId="Windows Live" clId="Web-{1FADF3AC-0E4B-4241-9FE7-B3EC2CFCE965}" dt="2022-02-28T17:53:40.531" v="559" actId="14100"/>
        <pc:sldMkLst>
          <pc:docMk/>
          <pc:sldMk cId="973887109" sldId="462"/>
        </pc:sldMkLst>
        <pc:spChg chg="mod">
          <ac:chgData name="Shashank S N" userId="568a0305b15ac6b1" providerId="Windows Live" clId="Web-{1FADF3AC-0E4B-4241-9FE7-B3EC2CFCE965}" dt="2022-02-28T17:53:32.265" v="558" actId="1076"/>
          <ac:spMkLst>
            <pc:docMk/>
            <pc:sldMk cId="973887109" sldId="462"/>
            <ac:spMk id="2" creationId="{00000000-0000-0000-0000-000000000000}"/>
          </ac:spMkLst>
        </pc:spChg>
        <pc:spChg chg="del">
          <ac:chgData name="Shashank S N" userId="568a0305b15ac6b1" providerId="Windows Live" clId="Web-{1FADF3AC-0E4B-4241-9FE7-B3EC2CFCE965}" dt="2022-02-28T17:53:02.452" v="552"/>
          <ac:spMkLst>
            <pc:docMk/>
            <pc:sldMk cId="973887109" sldId="462"/>
            <ac:spMk id="3" creationId="{00000000-0000-0000-0000-000000000000}"/>
          </ac:spMkLst>
        </pc:spChg>
        <pc:picChg chg="add mod ord">
          <ac:chgData name="Shashank S N" userId="568a0305b15ac6b1" providerId="Windows Live" clId="Web-{1FADF3AC-0E4B-4241-9FE7-B3EC2CFCE965}" dt="2022-02-28T17:53:40.531" v="559" actId="14100"/>
          <ac:picMkLst>
            <pc:docMk/>
            <pc:sldMk cId="973887109" sldId="462"/>
            <ac:picMk id="5" creationId="{901D0285-7286-4B20-95A8-42340CAA433A}"/>
          </ac:picMkLst>
        </pc:picChg>
      </pc:sldChg>
      <pc:sldChg chg="modSp modTransition">
        <pc:chgData name="Shashank S N" userId="568a0305b15ac6b1" providerId="Windows Live" clId="Web-{1FADF3AC-0E4B-4241-9FE7-B3EC2CFCE965}" dt="2022-02-28T18:03:00.560" v="596" actId="20577"/>
        <pc:sldMkLst>
          <pc:docMk/>
          <pc:sldMk cId="816428933" sldId="470"/>
        </pc:sldMkLst>
        <pc:spChg chg="mod">
          <ac:chgData name="Shashank S N" userId="568a0305b15ac6b1" providerId="Windows Live" clId="Web-{1FADF3AC-0E4B-4241-9FE7-B3EC2CFCE965}" dt="2022-02-28T18:02:20.966" v="591" actId="1076"/>
          <ac:spMkLst>
            <pc:docMk/>
            <pc:sldMk cId="816428933" sldId="470"/>
            <ac:spMk id="2" creationId="{00000000-0000-0000-0000-000000000000}"/>
          </ac:spMkLst>
        </pc:spChg>
        <pc:spChg chg="mod">
          <ac:chgData name="Shashank S N" userId="568a0305b15ac6b1" providerId="Windows Live" clId="Web-{1FADF3AC-0E4B-4241-9FE7-B3EC2CFCE965}" dt="2022-02-28T18:03:00.560" v="596" actId="20577"/>
          <ac:spMkLst>
            <pc:docMk/>
            <pc:sldMk cId="816428933" sldId="470"/>
            <ac:spMk id="3" creationId="{00000000-0000-0000-0000-000000000000}"/>
          </ac:spMkLst>
        </pc:spChg>
      </pc:sldChg>
      <pc:sldChg chg="modSp">
        <pc:chgData name="Shashank S N" userId="568a0305b15ac6b1" providerId="Windows Live" clId="Web-{1FADF3AC-0E4B-4241-9FE7-B3EC2CFCE965}" dt="2022-02-28T18:08:34.787" v="633" actId="20577"/>
        <pc:sldMkLst>
          <pc:docMk/>
          <pc:sldMk cId="947468273" sldId="475"/>
        </pc:sldMkLst>
        <pc:spChg chg="mod">
          <ac:chgData name="Shashank S N" userId="568a0305b15ac6b1" providerId="Windows Live" clId="Web-{1FADF3AC-0E4B-4241-9FE7-B3EC2CFCE965}" dt="2022-02-28T18:07:40.474" v="627" actId="20577"/>
          <ac:spMkLst>
            <pc:docMk/>
            <pc:sldMk cId="947468273" sldId="475"/>
            <ac:spMk id="2" creationId="{00000000-0000-0000-0000-000000000000}"/>
          </ac:spMkLst>
        </pc:spChg>
        <pc:spChg chg="mod">
          <ac:chgData name="Shashank S N" userId="568a0305b15ac6b1" providerId="Windows Live" clId="Web-{1FADF3AC-0E4B-4241-9FE7-B3EC2CFCE965}" dt="2022-02-28T18:08:34.787" v="633" actId="20577"/>
          <ac:spMkLst>
            <pc:docMk/>
            <pc:sldMk cId="947468273" sldId="475"/>
            <ac:spMk id="3" creationId="{00000000-0000-0000-0000-000000000000}"/>
          </ac:spMkLst>
        </pc:spChg>
        <pc:graphicFrameChg chg="mod modGraphic">
          <ac:chgData name="Shashank S N" userId="568a0305b15ac6b1" providerId="Windows Live" clId="Web-{1FADF3AC-0E4B-4241-9FE7-B3EC2CFCE965}" dt="2022-02-28T18:08:19.849" v="630" actId="1076"/>
          <ac:graphicFrameMkLst>
            <pc:docMk/>
            <pc:sldMk cId="947468273" sldId="475"/>
            <ac:graphicFrameMk id="5" creationId="{00000000-0000-0000-0000-000000000000}"/>
          </ac:graphicFrameMkLst>
        </pc:graphicFrameChg>
      </pc:sldChg>
      <pc:sldChg chg="modSp">
        <pc:chgData name="Shashank S N" userId="568a0305b15ac6b1" providerId="Windows Live" clId="Web-{1FADF3AC-0E4B-4241-9FE7-B3EC2CFCE965}" dt="2022-02-28T18:11:35.032" v="650" actId="20577"/>
        <pc:sldMkLst>
          <pc:docMk/>
          <pc:sldMk cId="103887700" sldId="478"/>
        </pc:sldMkLst>
        <pc:spChg chg="mod">
          <ac:chgData name="Shashank S N" userId="568a0305b15ac6b1" providerId="Windows Live" clId="Web-{1FADF3AC-0E4B-4241-9FE7-B3EC2CFCE965}" dt="2022-02-28T17:48:02.945" v="513" actId="1076"/>
          <ac:spMkLst>
            <pc:docMk/>
            <pc:sldMk cId="103887700" sldId="478"/>
            <ac:spMk id="2" creationId="{00000000-0000-0000-0000-000000000000}"/>
          </ac:spMkLst>
        </pc:spChg>
        <pc:spChg chg="mod">
          <ac:chgData name="Shashank S N" userId="568a0305b15ac6b1" providerId="Windows Live" clId="Web-{1FADF3AC-0E4B-4241-9FE7-B3EC2CFCE965}" dt="2022-02-28T18:11:35.032" v="650" actId="20577"/>
          <ac:spMkLst>
            <pc:docMk/>
            <pc:sldMk cId="103887700" sldId="478"/>
            <ac:spMk id="3" creationId="{00000000-0000-0000-0000-000000000000}"/>
          </ac:spMkLst>
        </pc:spChg>
      </pc:sldChg>
    </pc:docChg>
  </pc:docChgLst>
  <pc:docChgLst>
    <pc:chgData name="Shashank S N" userId="568a0305b15ac6b1" providerId="Windows Live" clId="Web-{1D3501F5-B768-4EEF-B8AF-83D610768448}"/>
    <pc:docChg chg="modSld">
      <pc:chgData name="Shashank S N" userId="568a0305b15ac6b1" providerId="Windows Live" clId="Web-{1D3501F5-B768-4EEF-B8AF-83D610768448}" dt="2022-04-23T05:28:17.845" v="0"/>
      <pc:docMkLst>
        <pc:docMk/>
      </pc:docMkLst>
      <pc:sldChg chg="modTransition">
        <pc:chgData name="Shashank S N" userId="568a0305b15ac6b1" providerId="Windows Live" clId="Web-{1D3501F5-B768-4EEF-B8AF-83D610768448}" dt="2022-04-23T05:28:17.845" v="0"/>
        <pc:sldMkLst>
          <pc:docMk/>
          <pc:sldMk cId="3218681046" sldId="479"/>
        </pc:sldMkLst>
      </pc:sldChg>
    </pc:docChg>
  </pc:docChgLst>
  <pc:docChgLst>
    <pc:chgData name="Shashank S N" userId="568a0305b15ac6b1" providerId="Windows Live" clId="Web-{210FF068-2BB6-43B6-9031-C71E0B774A3D}"/>
    <pc:docChg chg="addSld modSld">
      <pc:chgData name="Shashank S N" userId="568a0305b15ac6b1" providerId="Windows Live" clId="Web-{210FF068-2BB6-43B6-9031-C71E0B774A3D}" dt="2022-04-22T14:47:56.419" v="39" actId="20577"/>
      <pc:docMkLst>
        <pc:docMk/>
      </pc:docMkLst>
      <pc:sldChg chg="addSp delSp modSp add mod modClrScheme chgLayout">
        <pc:chgData name="Shashank S N" userId="568a0305b15ac6b1" providerId="Windows Live" clId="Web-{210FF068-2BB6-43B6-9031-C71E0B774A3D}" dt="2022-04-22T14:47:56.419" v="39" actId="20577"/>
        <pc:sldMkLst>
          <pc:docMk/>
          <pc:sldMk cId="3218681046" sldId="479"/>
        </pc:sldMkLst>
        <pc:spChg chg="mod ord">
          <ac:chgData name="Shashank S N" userId="568a0305b15ac6b1" providerId="Windows Live" clId="Web-{210FF068-2BB6-43B6-9031-C71E0B774A3D}" dt="2022-04-22T14:43:03.818" v="20"/>
          <ac:spMkLst>
            <pc:docMk/>
            <pc:sldMk cId="3218681046" sldId="479"/>
            <ac:spMk id="2" creationId="{00000000-0000-0000-0000-000000000000}"/>
          </ac:spMkLst>
        </pc:spChg>
        <pc:spChg chg="mod">
          <ac:chgData name="Shashank S N" userId="568a0305b15ac6b1" providerId="Windows Live" clId="Web-{210FF068-2BB6-43B6-9031-C71E0B774A3D}" dt="2022-04-22T14:47:56.419" v="39" actId="20577"/>
          <ac:spMkLst>
            <pc:docMk/>
            <pc:sldMk cId="3218681046" sldId="479"/>
            <ac:spMk id="3" creationId="{00000000-0000-0000-0000-000000000000}"/>
          </ac:spMkLst>
        </pc:spChg>
        <pc:spChg chg="mod">
          <ac:chgData name="Shashank S N" userId="568a0305b15ac6b1" providerId="Windows Live" clId="Web-{210FF068-2BB6-43B6-9031-C71E0B774A3D}" dt="2022-04-22T14:41:23.815" v="18" actId="20577"/>
          <ac:spMkLst>
            <pc:docMk/>
            <pc:sldMk cId="3218681046" sldId="479"/>
            <ac:spMk id="4" creationId="{00000000-0000-0000-0000-000000000000}"/>
          </ac:spMkLst>
        </pc:spChg>
        <pc:spChg chg="add">
          <ac:chgData name="Shashank S N" userId="568a0305b15ac6b1" providerId="Windows Live" clId="Web-{210FF068-2BB6-43B6-9031-C71E0B774A3D}" dt="2022-04-22T14:42:50.614" v="19"/>
          <ac:spMkLst>
            <pc:docMk/>
            <pc:sldMk cId="3218681046" sldId="479"/>
            <ac:spMk id="5" creationId="{DB1228E8-DB02-8BDE-833F-F2F281B2F2A5}"/>
          </ac:spMkLst>
        </pc:spChg>
        <pc:spChg chg="add mod ord">
          <ac:chgData name="Shashank S N" userId="568a0305b15ac6b1" providerId="Windows Live" clId="Web-{210FF068-2BB6-43B6-9031-C71E0B774A3D}" dt="2022-04-22T14:46:37.464" v="27" actId="1076"/>
          <ac:spMkLst>
            <pc:docMk/>
            <pc:sldMk cId="3218681046" sldId="479"/>
            <ac:spMk id="6" creationId="{718CA0E8-B3CF-C03C-723E-AC01533D366A}"/>
          </ac:spMkLst>
        </pc:spChg>
        <pc:spChg chg="add del mod ord">
          <ac:chgData name="Shashank S N" userId="568a0305b15ac6b1" providerId="Windows Live" clId="Web-{210FF068-2BB6-43B6-9031-C71E0B774A3D}" dt="2022-04-22T14:43:23.490" v="21"/>
          <ac:spMkLst>
            <pc:docMk/>
            <pc:sldMk cId="3218681046" sldId="479"/>
            <ac:spMk id="7" creationId="{3132FB22-5F6A-4F42-7A97-6ABCF68C9781}"/>
          </ac:spMkLst>
        </pc:spChg>
        <pc:spChg chg="add mod ord">
          <ac:chgData name="Shashank S N" userId="568a0305b15ac6b1" providerId="Windows Live" clId="Web-{210FF068-2BB6-43B6-9031-C71E0B774A3D}" dt="2022-04-22T14:46:41.589" v="28" actId="1076"/>
          <ac:spMkLst>
            <pc:docMk/>
            <pc:sldMk cId="3218681046" sldId="479"/>
            <ac:spMk id="8" creationId="{079F8847-816F-EF11-969F-3230440B8CEA}"/>
          </ac:spMkLst>
        </pc:spChg>
        <pc:spChg chg="add del mod">
          <ac:chgData name="Shashank S N" userId="568a0305b15ac6b1" providerId="Windows Live" clId="Web-{210FF068-2BB6-43B6-9031-C71E0B774A3D}" dt="2022-04-22T14:46:11.682" v="24"/>
          <ac:spMkLst>
            <pc:docMk/>
            <pc:sldMk cId="3218681046" sldId="479"/>
            <ac:spMk id="11" creationId="{ABF4F2F6-C5D8-85FF-3812-DF8343FFE49C}"/>
          </ac:spMkLst>
        </pc:spChg>
        <pc:picChg chg="add del mod ord modCrop">
          <ac:chgData name="Shashank S N" userId="568a0305b15ac6b1" providerId="Windows Live" clId="Web-{210FF068-2BB6-43B6-9031-C71E0B774A3D}" dt="2022-04-22T14:43:43.741" v="23"/>
          <ac:picMkLst>
            <pc:docMk/>
            <pc:sldMk cId="3218681046" sldId="479"/>
            <ac:picMk id="9" creationId="{5E0E28C8-02F0-7CB2-E591-6DB2A28CBE07}"/>
          </ac:picMkLst>
        </pc:picChg>
        <pc:picChg chg="add mod ord modCrop">
          <ac:chgData name="Shashank S N" userId="568a0305b15ac6b1" providerId="Windows Live" clId="Web-{210FF068-2BB6-43B6-9031-C71E0B774A3D}" dt="2022-04-22T14:47:30.574" v="37" actId="1076"/>
          <ac:picMkLst>
            <pc:docMk/>
            <pc:sldMk cId="3218681046" sldId="479"/>
            <ac:picMk id="12" creationId="{48873E2F-66C3-9AA3-A066-59A684E06191}"/>
          </ac:picMkLst>
        </pc:picChg>
      </pc:sldChg>
    </pc:docChg>
  </pc:docChgLst>
  <pc:docChgLst>
    <pc:chgData name="Shashank S N" userId="568a0305b15ac6b1" providerId="Windows Live" clId="Web-{51ACAA79-6235-495C-B706-2659545A5172}"/>
    <pc:docChg chg="modSld">
      <pc:chgData name="Shashank S N" userId="568a0305b15ac6b1" providerId="Windows Live" clId="Web-{51ACAA79-6235-495C-B706-2659545A5172}" dt="2022-04-23T05:24:05.296" v="24" actId="20577"/>
      <pc:docMkLst>
        <pc:docMk/>
      </pc:docMkLst>
      <pc:sldChg chg="modSp">
        <pc:chgData name="Shashank S N" userId="568a0305b15ac6b1" providerId="Windows Live" clId="Web-{51ACAA79-6235-495C-B706-2659545A5172}" dt="2022-04-23T05:24:05.296" v="24" actId="20577"/>
        <pc:sldMkLst>
          <pc:docMk/>
          <pc:sldMk cId="947468273" sldId="475"/>
        </pc:sldMkLst>
        <pc:spChg chg="mod">
          <ac:chgData name="Shashank S N" userId="568a0305b15ac6b1" providerId="Windows Live" clId="Web-{51ACAA79-6235-495C-B706-2659545A5172}" dt="2022-04-23T05:24:05.296" v="24" actId="20577"/>
          <ac:spMkLst>
            <pc:docMk/>
            <pc:sldMk cId="947468273" sldId="475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Phase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pPr rtl="0"/>
          <a:r>
            <a:rPr lang="en-US">
              <a:solidFill>
                <a:srgbClr val="FF0000"/>
              </a:solidFill>
              <a:latin typeface="Times New Roman"/>
              <a:cs typeface="Times New Roman"/>
            </a:rPr>
            <a:t>Initiation:             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Phase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 rtl="0"/>
          <a:r>
            <a:rPr lang="en-US">
              <a:solidFill>
                <a:srgbClr val="FF0000"/>
              </a:solidFill>
              <a:latin typeface="Times New Roman"/>
              <a:cs typeface="Times New Roman"/>
            </a:rPr>
            <a:t>Planning:              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Phase</a:t>
          </a:r>
          <a:r>
            <a:rPr lang="en-US" baseline="0">
              <a:latin typeface="Times New Roman" panose="02020603050405020304" pitchFamily="18" charset="0"/>
              <a:cs typeface="Times New Roman" panose="02020603050405020304" pitchFamily="18" charset="0"/>
            </a:rPr>
            <a:t> 3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rtl="0"/>
          <a:r>
            <a:rPr lang="en-US">
              <a:solidFill>
                <a:srgbClr val="FF0000"/>
              </a:solidFill>
              <a:latin typeface="Times New Roman"/>
              <a:cs typeface="Times New Roman"/>
            </a:rPr>
            <a:t>Execution:            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B776751D-A9DB-4119-9AC2-7CC74EAA2F51}">
      <dgm:prSet phldr="0"/>
      <dgm:spPr/>
      <dgm:t>
        <a:bodyPr/>
        <a:lstStyle/>
        <a:p>
          <a:pPr rtl="0"/>
          <a:r>
            <a:rPr lang="en-US">
              <a:solidFill>
                <a:srgbClr val="00B050"/>
              </a:solidFill>
              <a:latin typeface="Times New Roman"/>
              <a:cs typeface="Times New Roman"/>
            </a:rPr>
            <a:t>"Starting of the project"</a:t>
          </a:r>
          <a:r>
            <a:rPr lang="en-US">
              <a:solidFill>
                <a:schemeClr val="tx1"/>
              </a:solidFill>
              <a:latin typeface="Times New Roman"/>
              <a:cs typeface="Times New Roman"/>
            </a:rPr>
            <a:t>, which includes holding  kickoff meeting with the group and developing the resources needed to develop the project plan.</a:t>
          </a:r>
        </a:p>
      </dgm:t>
    </dgm:pt>
    <dgm:pt modelId="{12EE8A5B-8E1C-4C60-9C28-1EC5E5534071}" type="parTrans" cxnId="{A7CED0A0-803D-4723-B88C-03DF8436B429}">
      <dgm:prSet/>
      <dgm:spPr/>
    </dgm:pt>
    <dgm:pt modelId="{DFB4B761-6ABF-433C-B9AA-462B76BA07C1}" type="sibTrans" cxnId="{A7CED0A0-803D-4723-B88C-03DF8436B429}">
      <dgm:prSet/>
      <dgm:spPr/>
    </dgm:pt>
    <dgm:pt modelId="{639BBDA1-FF84-48A5-9875-9287B108B209}">
      <dgm:prSet phldr="0"/>
      <dgm:spPr/>
      <dgm:t>
        <a:bodyPr/>
        <a:lstStyle/>
        <a:p>
          <a:pPr rtl="0"/>
          <a:r>
            <a:rPr lang="en-US">
              <a:solidFill>
                <a:srgbClr val="00B050"/>
              </a:solidFill>
              <a:latin typeface="Times New Roman"/>
              <a:cs typeface="Times New Roman"/>
            </a:rPr>
            <a:t>"Organization and</a:t>
          </a:r>
          <a:r>
            <a:rPr lang="en-US">
              <a:latin typeface="Times New Roman"/>
              <a:cs typeface="Times New Roman"/>
            </a:rPr>
            <a:t> </a:t>
          </a:r>
          <a:r>
            <a:rPr lang="en-US">
              <a:solidFill>
                <a:srgbClr val="00B050"/>
              </a:solidFill>
              <a:latin typeface="Times New Roman"/>
              <a:cs typeface="Times New Roman"/>
            </a:rPr>
            <a:t>preparing"</a:t>
          </a:r>
          <a:r>
            <a:rPr lang="en-US">
              <a:latin typeface="Times New Roman"/>
              <a:cs typeface="Times New Roman"/>
            </a:rPr>
            <a:t>,</a:t>
          </a:r>
          <a:r>
            <a:rPr lang="en-US">
              <a:solidFill>
                <a:schemeClr val="tx1"/>
              </a:solidFill>
              <a:latin typeface="Times New Roman"/>
              <a:cs typeface="Times New Roman"/>
            </a:rPr>
            <a:t> which includes the planning of blueprint of the project and estimation of the financial cost of the project.</a:t>
          </a:r>
        </a:p>
      </dgm:t>
    </dgm:pt>
    <dgm:pt modelId="{4D9B6D58-E380-4066-A6AC-B13926D00A8D}" type="parTrans" cxnId="{299BBF90-D8AA-4A04-A833-44240699464E}">
      <dgm:prSet/>
      <dgm:spPr/>
    </dgm:pt>
    <dgm:pt modelId="{E0582F9F-F497-4FB2-A869-504F9156A03F}" type="sibTrans" cxnId="{299BBF90-D8AA-4A04-A833-44240699464E}">
      <dgm:prSet/>
      <dgm:spPr/>
    </dgm:pt>
    <dgm:pt modelId="{CF4A1F7B-E8E3-46F9-9CEC-C26CED6AA7C7}">
      <dgm:prSet phldr="0"/>
      <dgm:spPr/>
      <dgm:t>
        <a:bodyPr/>
        <a:lstStyle/>
        <a:p>
          <a:endParaRPr lang="en-US">
            <a:latin typeface="Times New Roman"/>
            <a:cs typeface="Times New Roman"/>
          </a:endParaRPr>
        </a:p>
      </dgm:t>
    </dgm:pt>
    <dgm:pt modelId="{56D2CEF9-B836-48E3-8277-CE0ACC8C72F1}" type="parTrans" cxnId="{3F77FB1E-BB9F-449B-B503-1D959F95AFE0}">
      <dgm:prSet/>
      <dgm:spPr/>
    </dgm:pt>
    <dgm:pt modelId="{540747B9-9BCB-49F6-A337-D72748A42AED}" type="sibTrans" cxnId="{3F77FB1E-BB9F-449B-B503-1D959F95AFE0}">
      <dgm:prSet/>
      <dgm:spPr/>
    </dgm:pt>
    <dgm:pt modelId="{A165DAA6-B7F3-49F5-AEB4-48A6B253A0C0}">
      <dgm:prSet phldr="0"/>
      <dgm:spPr/>
      <dgm:t>
        <a:bodyPr/>
        <a:lstStyle/>
        <a:p>
          <a:pPr rtl="0"/>
          <a:r>
            <a:rPr lang="en-US">
              <a:solidFill>
                <a:srgbClr val="C00000"/>
              </a:solidFill>
              <a:latin typeface="Times New Roman"/>
              <a:cs typeface="Times New Roman"/>
            </a:rPr>
            <a:t>Week - 1</a:t>
          </a:r>
          <a:r>
            <a:rPr lang="en-US">
              <a:latin typeface="Times New Roman"/>
              <a:cs typeface="Times New Roman"/>
            </a:rPr>
            <a:t>         </a:t>
          </a:r>
        </a:p>
      </dgm:t>
    </dgm:pt>
    <dgm:pt modelId="{6506DA8F-2DA4-44FF-8CA9-C35F2F203214}" type="parTrans" cxnId="{3234C340-9885-4DED-B93B-3F8BEC151FA8}">
      <dgm:prSet/>
      <dgm:spPr/>
    </dgm:pt>
    <dgm:pt modelId="{7B6B735C-C79F-40FF-A8B9-0E757F87BE9A}" type="sibTrans" cxnId="{3234C340-9885-4DED-B93B-3F8BEC151FA8}">
      <dgm:prSet/>
      <dgm:spPr/>
    </dgm:pt>
    <dgm:pt modelId="{0B368F15-8165-474B-A258-47D8CC0D39B6}">
      <dgm:prSet phldr="0"/>
      <dgm:spPr/>
      <dgm:t>
        <a:bodyPr/>
        <a:lstStyle/>
        <a:p>
          <a:endParaRPr lang="en-US">
            <a:latin typeface="Times New Roman"/>
            <a:cs typeface="Times New Roman"/>
          </a:endParaRPr>
        </a:p>
      </dgm:t>
    </dgm:pt>
    <dgm:pt modelId="{5248DB5A-379F-48AD-8F24-4EFCED81A67E}" type="parTrans" cxnId="{9A51671D-5AFE-4D57-A31E-478F4EFA6DF9}">
      <dgm:prSet/>
      <dgm:spPr/>
    </dgm:pt>
    <dgm:pt modelId="{82125534-5DB6-405C-A22F-5A1CE026B8DB}" type="sibTrans" cxnId="{9A51671D-5AFE-4D57-A31E-478F4EFA6DF9}">
      <dgm:prSet/>
      <dgm:spPr/>
    </dgm:pt>
    <dgm:pt modelId="{2DEF66DE-D049-4439-B65C-71213E0F69C7}">
      <dgm:prSet phldr="0"/>
      <dgm:spPr/>
      <dgm:t>
        <a:bodyPr/>
        <a:lstStyle/>
        <a:p>
          <a:endParaRPr lang="en-US">
            <a:latin typeface="Times New Roman"/>
            <a:cs typeface="Times New Roman"/>
          </a:endParaRPr>
        </a:p>
      </dgm:t>
    </dgm:pt>
    <dgm:pt modelId="{B890B9A6-1D07-4D08-94C4-A031ACCB71F6}" type="parTrans" cxnId="{7CDD68D5-5E29-43F2-852B-002034E82293}">
      <dgm:prSet/>
      <dgm:spPr/>
    </dgm:pt>
    <dgm:pt modelId="{C1FCA6AD-6B9D-4067-953D-FF6A05F22875}" type="sibTrans" cxnId="{7CDD68D5-5E29-43F2-852B-002034E82293}">
      <dgm:prSet/>
      <dgm:spPr/>
    </dgm:pt>
    <dgm:pt modelId="{E68A8E4B-DBA8-4D2B-A2F5-66A9B7237E81}">
      <dgm:prSet phldr="0"/>
      <dgm:spPr/>
      <dgm:t>
        <a:bodyPr/>
        <a:lstStyle/>
        <a:p>
          <a:endParaRPr lang="en-US">
            <a:latin typeface="Times New Roman"/>
            <a:cs typeface="Times New Roman"/>
          </a:endParaRPr>
        </a:p>
      </dgm:t>
    </dgm:pt>
    <dgm:pt modelId="{C2BBB356-9C07-48FC-8E3C-09DDA12DD1B7}" type="parTrans" cxnId="{07CAB02B-EAF0-4C1B-9789-9A7DCA02ED61}">
      <dgm:prSet/>
      <dgm:spPr/>
    </dgm:pt>
    <dgm:pt modelId="{EBB0834D-411A-4442-81E8-F584BF3A643C}" type="sibTrans" cxnId="{07CAB02B-EAF0-4C1B-9789-9A7DCA02ED61}">
      <dgm:prSet/>
      <dgm:spPr/>
    </dgm:pt>
    <dgm:pt modelId="{59F86255-B46C-44EB-AB4B-3ECCC4BD7165}">
      <dgm:prSet phldr="0"/>
      <dgm:spPr/>
      <dgm:t>
        <a:bodyPr/>
        <a:lstStyle/>
        <a:p>
          <a:endParaRPr lang="en-US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0AB102C9-1A4F-416A-922A-37108D6B1716}" type="parTrans" cxnId="{DE2378C3-B201-4817-AC30-482017E8D46C}">
      <dgm:prSet/>
      <dgm:spPr/>
    </dgm:pt>
    <dgm:pt modelId="{C4C72CF8-B6F6-412A-B30B-ACFD8F89259B}" type="sibTrans" cxnId="{DE2378C3-B201-4817-AC30-482017E8D46C}">
      <dgm:prSet/>
      <dgm:spPr/>
    </dgm:pt>
    <dgm:pt modelId="{1FFD9D0B-0B81-4454-A4AE-91EA75B20A98}">
      <dgm:prSet phldr="0"/>
      <dgm:spPr/>
      <dgm:t>
        <a:bodyPr/>
        <a:lstStyle/>
        <a:p>
          <a:pPr rtl="0"/>
          <a:r>
            <a:rPr lang="en-US">
              <a:solidFill>
                <a:srgbClr val="C00000"/>
              </a:solidFill>
              <a:latin typeface="Times New Roman"/>
              <a:cs typeface="Times New Roman"/>
            </a:rPr>
            <a:t>Week - 2 &amp; 3</a:t>
          </a:r>
          <a:r>
            <a:rPr lang="en-US">
              <a:latin typeface="Times New Roman"/>
              <a:cs typeface="Times New Roman"/>
            </a:rPr>
            <a:t>    </a:t>
          </a:r>
        </a:p>
      </dgm:t>
    </dgm:pt>
    <dgm:pt modelId="{28F7E46D-3317-4C35-B163-B8C81370A53D}" type="parTrans" cxnId="{263EEF9B-5BEA-4F2E-BD0A-575A8F2E8F1E}">
      <dgm:prSet/>
      <dgm:spPr/>
    </dgm:pt>
    <dgm:pt modelId="{81DF0925-A994-4465-B6FB-B316B7AEEE1D}" type="sibTrans" cxnId="{263EEF9B-5BEA-4F2E-BD0A-575A8F2E8F1E}">
      <dgm:prSet/>
      <dgm:spPr/>
    </dgm:pt>
    <dgm:pt modelId="{17CC09B7-E77B-4912-8177-193B04795BD7}">
      <dgm:prSet phldr="0"/>
      <dgm:spPr/>
      <dgm:t>
        <a:bodyPr/>
        <a:lstStyle/>
        <a:p>
          <a:endParaRPr lang="en-US">
            <a:latin typeface="Times New Roman"/>
            <a:cs typeface="Times New Roman"/>
          </a:endParaRPr>
        </a:p>
      </dgm:t>
    </dgm:pt>
    <dgm:pt modelId="{BC729B04-B309-4D93-9E88-134BF1198A97}" type="parTrans" cxnId="{39CCA6DC-209E-4E9C-A834-B3526875BC71}">
      <dgm:prSet/>
      <dgm:spPr/>
    </dgm:pt>
    <dgm:pt modelId="{2A757CF4-7F42-40EA-8735-E631458785FE}" type="sibTrans" cxnId="{39CCA6DC-209E-4E9C-A834-B3526875BC71}">
      <dgm:prSet/>
      <dgm:spPr/>
    </dgm:pt>
    <dgm:pt modelId="{4BCC839A-7DA7-4957-8695-5E7FAB2B1F12}">
      <dgm:prSet phldr="0"/>
      <dgm:spPr/>
      <dgm:t>
        <a:bodyPr/>
        <a:lstStyle/>
        <a:p>
          <a:pPr rtl="0"/>
          <a:r>
            <a:rPr lang="en-US">
              <a:solidFill>
                <a:srgbClr val="00B050"/>
              </a:solidFill>
              <a:latin typeface="Times New Roman"/>
              <a:cs typeface="Times New Roman"/>
            </a:rPr>
            <a:t>"Carrying out the work"</a:t>
          </a:r>
          <a:r>
            <a:rPr lang="en-US">
              <a:latin typeface="Times New Roman"/>
              <a:cs typeface="Times New Roman"/>
            </a:rPr>
            <a:t>, which includes </a:t>
          </a:r>
          <a:r>
            <a:rPr lang="en-US">
              <a:solidFill>
                <a:schemeClr val="tx1"/>
              </a:solidFill>
              <a:latin typeface="Times New Roman"/>
              <a:cs typeface="Times New Roman"/>
            </a:rPr>
            <a:t>building</a:t>
          </a:r>
          <a:r>
            <a:rPr lang="en-US">
              <a:latin typeface="Times New Roman"/>
              <a:cs typeface="Times New Roman"/>
            </a:rPr>
            <a:t> of the project, writing and implementing the code as part of programming, and finally running the testrun to check the accuracy of the device.</a:t>
          </a:r>
        </a:p>
      </dgm:t>
    </dgm:pt>
    <dgm:pt modelId="{72CDE6C4-839E-41EE-8B89-A196332E3EEB}" type="parTrans" cxnId="{D7B8F843-FA66-4863-8085-80ED95FA22D7}">
      <dgm:prSet/>
      <dgm:spPr/>
    </dgm:pt>
    <dgm:pt modelId="{A1893CCA-450C-40CA-A761-FFAAC65EA669}" type="sibTrans" cxnId="{D7B8F843-FA66-4863-8085-80ED95FA22D7}">
      <dgm:prSet/>
      <dgm:spPr/>
    </dgm:pt>
    <dgm:pt modelId="{5F95ED37-748F-4D12-83DC-92ED1627F162}">
      <dgm:prSet phldr="0"/>
      <dgm:spPr/>
      <dgm:t>
        <a:bodyPr/>
        <a:lstStyle/>
        <a:p>
          <a:endParaRPr lang="en-US">
            <a:latin typeface="Times New Roman"/>
            <a:cs typeface="Times New Roman"/>
          </a:endParaRPr>
        </a:p>
      </dgm:t>
    </dgm:pt>
    <dgm:pt modelId="{633562A1-53F7-429B-98FE-1ABADB5E52B0}" type="parTrans" cxnId="{8A40592A-681A-459C-BCEF-CDF7AA42E1B8}">
      <dgm:prSet/>
      <dgm:spPr/>
    </dgm:pt>
    <dgm:pt modelId="{2A589A9E-CAA8-4D62-8334-CF3B39836301}" type="sibTrans" cxnId="{8A40592A-681A-459C-BCEF-CDF7AA42E1B8}">
      <dgm:prSet/>
      <dgm:spPr/>
    </dgm:pt>
    <dgm:pt modelId="{11C355E4-90E7-4A55-B4CF-A6C90E8E51DE}">
      <dgm:prSet phldr="0"/>
      <dgm:spPr/>
      <dgm:t>
        <a:bodyPr/>
        <a:lstStyle/>
        <a:p>
          <a:pPr rtl="0"/>
          <a:r>
            <a:rPr lang="en-US">
              <a:solidFill>
                <a:srgbClr val="C00000"/>
              </a:solidFill>
              <a:latin typeface="Times New Roman"/>
              <a:cs typeface="Times New Roman"/>
            </a:rPr>
            <a:t>Week – 4 &amp; 5</a:t>
          </a:r>
          <a:r>
            <a:rPr lang="en-US">
              <a:latin typeface="Times New Roman"/>
              <a:cs typeface="Times New Roman"/>
            </a:rPr>
            <a:t>     </a:t>
          </a:r>
        </a:p>
      </dgm:t>
    </dgm:pt>
    <dgm:pt modelId="{65D2A10C-D038-40F1-A274-89B1A1B91920}" type="parTrans" cxnId="{C5332D20-0219-4D34-9256-3F53E49C7916}">
      <dgm:prSet/>
      <dgm:spPr/>
    </dgm:pt>
    <dgm:pt modelId="{8CF5BB17-5D00-4428-8ACF-870C2BA02CBF}" type="sibTrans" cxnId="{C5332D20-0219-4D34-9256-3F53E49C7916}">
      <dgm:prSet/>
      <dgm:spPr/>
    </dgm:pt>
    <dgm:pt modelId="{97FD6E00-E8AF-4DA6-9F86-0633C0403A0D}">
      <dgm:prSet phldr="0"/>
      <dgm:spPr/>
      <dgm:t>
        <a:bodyPr/>
        <a:lstStyle/>
        <a:p>
          <a:pPr rtl="0"/>
          <a:endParaRPr lang="en-US">
            <a:latin typeface="Times New Roman"/>
            <a:cs typeface="Times New Roman"/>
          </a:endParaRPr>
        </a:p>
      </dgm:t>
    </dgm:pt>
    <dgm:pt modelId="{D287E220-16E2-4E9B-ACBC-D5ABA2F4C6AB}" type="parTrans" cxnId="{4DC6719D-0259-4C6F-A6F4-F744B822B0EC}">
      <dgm:prSet/>
      <dgm:spPr/>
    </dgm:pt>
    <dgm:pt modelId="{DCB3093D-CB71-4741-A18E-F1597C68DBC5}" type="sibTrans" cxnId="{4DC6719D-0259-4C6F-A6F4-F744B822B0EC}">
      <dgm:prSet/>
      <dgm:spPr/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0" presStyleCnt="3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0" presStyleCnt="3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1" presStyleCnt="3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1" presStyleCnt="3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2" presStyleCnt="3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2" presStyleCnt="3">
        <dgm:presLayoutVars>
          <dgm:chMax val="2"/>
          <dgm:chPref val="1"/>
          <dgm:bulletEnabled val="1"/>
        </dgm:presLayoutVars>
      </dgm:prSet>
      <dgm:spPr/>
    </dgm:pt>
  </dgm:ptLst>
  <dgm:cxnLst>
    <dgm:cxn modelId="{CF6FBE04-F1B5-4B4C-A084-255F36FC1E17}" type="presOf" srcId="{9FED87C4-3F3B-4A18-9185-9F80CFEDEA2E}" destId="{06F8D57B-EDF4-4CF4-8700-DC2CA3E3028E}" srcOrd="0" destOrd="0" presId="urn:microsoft.com/office/officeart/2011/layout/InterconnectedBlockProcess"/>
    <dgm:cxn modelId="{B810C30D-5803-4B31-A27D-8ED56C9FB7F1}" type="presOf" srcId="{4BCC839A-7DA7-4957-8695-5E7FAB2B1F12}" destId="{0D08ED52-6744-4369-B780-916B09984775}" srcOrd="1" destOrd="2" presId="urn:microsoft.com/office/officeart/2011/layout/InterconnectedBlockProcess"/>
    <dgm:cxn modelId="{C4E6050F-0C36-48E0-82D1-FAC9DC29459C}" type="presOf" srcId="{97FD6E00-E8AF-4DA6-9F86-0633C0403A0D}" destId="{0D08ED52-6744-4369-B780-916B09984775}" srcOrd="1" destOrd="5" presId="urn:microsoft.com/office/officeart/2011/layout/InterconnectedBlockProcess"/>
    <dgm:cxn modelId="{C81DFC0F-7E69-454B-8AB0-C349D260B55B}" type="presOf" srcId="{0B368F15-8165-474B-A258-47D8CC0D39B6}" destId="{1C91D7E3-8940-4A33-9182-677DD5415901}" srcOrd="1" destOrd="3" presId="urn:microsoft.com/office/officeart/2011/layout/InterconnectedBlockProcess"/>
    <dgm:cxn modelId="{9632FA10-0F25-4CEF-8583-46F79EA04AEF}" type="presOf" srcId="{E68A8E4B-DBA8-4D2B-A2F5-66A9B7237E81}" destId="{6BCCFBA6-7A43-4631-AD7F-AFB10E1E6CD7}" srcOrd="1" destOrd="1" presId="urn:microsoft.com/office/officeart/2011/layout/InterconnectedBlockProcess"/>
    <dgm:cxn modelId="{1D398E13-2602-4285-802B-45295F9AC870}" type="presOf" srcId="{11C355E4-90E7-4A55-B4CF-A6C90E8E51DE}" destId="{2532504F-5FE1-4C97-B485-F05E8885EACC}" srcOrd="0" destOrd="4" presId="urn:microsoft.com/office/officeart/2011/layout/InterconnectedBlockProcess"/>
    <dgm:cxn modelId="{9A51671D-5AFE-4D57-A31E-478F4EFA6DF9}" srcId="{988D96B0-D16E-4763-B393-84178CF4FF50}" destId="{0B368F15-8165-474B-A258-47D8CC0D39B6}" srcOrd="3" destOrd="0" parTransId="{5248DB5A-379F-48AD-8F24-4EFCED81A67E}" sibTransId="{82125534-5DB6-405C-A22F-5A1CE026B8DB}"/>
    <dgm:cxn modelId="{3F77FB1E-BB9F-449B-B503-1D959F95AFE0}" srcId="{A59EC69B-8F3F-425B-819F-E8C557946AEE}" destId="{CF4A1F7B-E8E3-46F9-9CEC-C26CED6AA7C7}" srcOrd="1" destOrd="0" parTransId="{56D2CEF9-B836-48E3-8277-CE0ACC8C72F1}" sibTransId="{540747B9-9BCB-49F6-A337-D72748A42AED}"/>
    <dgm:cxn modelId="{D12FB31F-9CC1-434E-AC86-8C42E203974F}" type="presOf" srcId="{2DEF66DE-D049-4439-B65C-71213E0F69C7}" destId="{1C91D7E3-8940-4A33-9182-677DD5415901}" srcOrd="1" destOrd="1" presId="urn:microsoft.com/office/officeart/2011/layout/InterconnectedBlockProcess"/>
    <dgm:cxn modelId="{C5332D20-0219-4D34-9256-3F53E49C7916}" srcId="{A59EC69B-8F3F-425B-819F-E8C557946AEE}" destId="{11C355E4-90E7-4A55-B4CF-A6C90E8E51DE}" srcOrd="4" destOrd="0" parTransId="{65D2A10C-D038-40F1-A274-89B1A1B91920}" sibTransId="{8CF5BB17-5D00-4428-8ACF-870C2BA02CBF}"/>
    <dgm:cxn modelId="{6B92C828-6558-4077-B2CF-275215C95360}" type="presOf" srcId="{7B3055AA-BF7C-46D0-9A9E-60087B9F57B4}" destId="{00BB3360-A9BB-4051-A4B1-1216F82F642C}" srcOrd="0" destOrd="0" presId="urn:microsoft.com/office/officeart/2011/layout/InterconnectedBlockProcess"/>
    <dgm:cxn modelId="{8A40592A-681A-459C-BCEF-CDF7AA42E1B8}" srcId="{A59EC69B-8F3F-425B-819F-E8C557946AEE}" destId="{5F95ED37-748F-4D12-83DC-92ED1627F162}" srcOrd="3" destOrd="0" parTransId="{633562A1-53F7-429B-98FE-1ABADB5E52B0}" sibTransId="{2A589A9E-CAA8-4D62-8334-CF3B39836301}"/>
    <dgm:cxn modelId="{07CAB02B-EAF0-4C1B-9789-9A7DCA02ED61}" srcId="{7B3055AA-BF7C-46D0-9A9E-60087B9F57B4}" destId="{E68A8E4B-DBA8-4D2B-A2F5-66A9B7237E81}" srcOrd="1" destOrd="0" parTransId="{C2BBB356-9C07-48FC-8E3C-09DDA12DD1B7}" sibTransId="{EBB0834D-411A-4442-81E8-F584BF3A643C}"/>
    <dgm:cxn modelId="{3234C340-9885-4DED-B93B-3F8BEC151FA8}" srcId="{988D96B0-D16E-4763-B393-84178CF4FF50}" destId="{A165DAA6-B7F3-49F5-AEB4-48A6B253A0C0}" srcOrd="4" destOrd="0" parTransId="{6506DA8F-2DA4-44FF-8CA9-C35F2F203214}" sibTransId="{7B6B735C-C79F-40FF-A8B9-0E757F87BE9A}"/>
    <dgm:cxn modelId="{EDAC0A5C-7C12-4E98-9F2B-9540F95CE7CE}" type="presOf" srcId="{73DB572E-062D-41AD-8033-D361B8E583DB}" destId="{2532504F-5FE1-4C97-B485-F05E8885EACC}" srcOrd="0" destOrd="0" presId="urn:microsoft.com/office/officeart/2011/layout/InterconnectedBlockProcess"/>
    <dgm:cxn modelId="{861BD163-FDA2-40B1-AF34-BBA2B3F1FB93}" type="presOf" srcId="{4BCC839A-7DA7-4957-8695-5E7FAB2B1F12}" destId="{2532504F-5FE1-4C97-B485-F05E8885EACC}" srcOrd="0" destOrd="2" presId="urn:microsoft.com/office/officeart/2011/layout/InterconnectedBlockProcess"/>
    <dgm:cxn modelId="{D7B8F843-FA66-4863-8085-80ED95FA22D7}" srcId="{A59EC69B-8F3F-425B-819F-E8C557946AEE}" destId="{4BCC839A-7DA7-4957-8695-5E7FAB2B1F12}" srcOrd="2" destOrd="0" parTransId="{72CDE6C4-839E-41EE-8B89-A196332E3EEB}" sibTransId="{A1893CCA-450C-40CA-A761-FFAAC65EA669}"/>
    <dgm:cxn modelId="{8EF14A47-3E12-4239-9BFB-C46919929ED0}" type="presOf" srcId="{A165DAA6-B7F3-49F5-AEB4-48A6B253A0C0}" destId="{A134CDD1-D85F-44EF-8BEE-9F99A855C1E6}" srcOrd="0" destOrd="4" presId="urn:microsoft.com/office/officeart/2011/layout/InterconnectedBlockProcess"/>
    <dgm:cxn modelId="{F775E86A-B183-49F8-BA93-70C4F8C0E6C5}" type="presOf" srcId="{D471E45F-B026-44AA-9616-57E786AE80AF}" destId="{1C91D7E3-8940-4A33-9182-677DD5415901}" srcOrd="1" destOrd="0" presId="urn:microsoft.com/office/officeart/2011/layout/InterconnectedBlockProcess"/>
    <dgm:cxn modelId="{19CA094B-F209-423F-80CA-B4799C499AFE}" type="presOf" srcId="{59F86255-B46C-44EB-AB4B-3ECCC4BD7165}" destId="{06F8D57B-EDF4-4CF4-8700-DC2CA3E3028E}" srcOrd="0" destOrd="3" presId="urn:microsoft.com/office/officeart/2011/layout/InterconnectedBlockProcess"/>
    <dgm:cxn modelId="{6D0E414F-A170-438B-BC76-7A27CB92FCF5}" type="presOf" srcId="{639BBDA1-FF84-48A5-9875-9287B108B209}" destId="{6BCCFBA6-7A43-4631-AD7F-AFB10E1E6CD7}" srcOrd="1" destOrd="2" presId="urn:microsoft.com/office/officeart/2011/layout/InterconnectedBlockProcess"/>
    <dgm:cxn modelId="{05E6F051-E0B0-4184-BD93-E26FB5D58C1A}" type="presOf" srcId="{B776751D-A9DB-4119-9AC2-7CC74EAA2F51}" destId="{1C91D7E3-8940-4A33-9182-677DD5415901}" srcOrd="1" destOrd="2" presId="urn:microsoft.com/office/officeart/2011/layout/InterconnectedBlockProcess"/>
    <dgm:cxn modelId="{69629F75-925D-4FAC-85A1-D6808725636F}" type="presOf" srcId="{A165DAA6-B7F3-49F5-AEB4-48A6B253A0C0}" destId="{1C91D7E3-8940-4A33-9182-677DD5415901}" srcOrd="1" destOrd="4" presId="urn:microsoft.com/office/officeart/2011/layout/InterconnectedBlockProcess"/>
    <dgm:cxn modelId="{0D64EF58-9DE6-462F-B0C7-5F3EAF82439F}" type="presOf" srcId="{9FED87C4-3F3B-4A18-9185-9F80CFEDEA2E}" destId="{6BCCFBA6-7A43-4631-AD7F-AFB10E1E6CD7}" srcOrd="1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7883915A-6EBD-4566-A660-695BFBEAB61F}" type="presOf" srcId="{17CC09B7-E77B-4912-8177-193B04795BD7}" destId="{6BCCFBA6-7A43-4631-AD7F-AFB10E1E6CD7}" srcOrd="1" destOrd="4" presId="urn:microsoft.com/office/officeart/2011/layout/InterconnectedBlockProcess"/>
    <dgm:cxn modelId="{86231E81-6716-4F76-BFCB-48439561D157}" type="presOf" srcId="{59F86255-B46C-44EB-AB4B-3ECCC4BD7165}" destId="{6BCCFBA6-7A43-4631-AD7F-AFB10E1E6CD7}" srcOrd="1" destOrd="3" presId="urn:microsoft.com/office/officeart/2011/layout/InterconnectedBlockProcess"/>
    <dgm:cxn modelId="{299BBF90-D8AA-4A04-A833-44240699464E}" srcId="{7B3055AA-BF7C-46D0-9A9E-60087B9F57B4}" destId="{639BBDA1-FF84-48A5-9875-9287B108B209}" srcOrd="2" destOrd="0" parTransId="{4D9B6D58-E380-4066-A6AC-B13926D00A8D}" sibTransId="{E0582F9F-F497-4FB2-A869-504F9156A03F}"/>
    <dgm:cxn modelId="{F2017492-8D66-4388-92BB-EEF039A71F67}" type="presOf" srcId="{0B368F15-8165-474B-A258-47D8CC0D39B6}" destId="{A134CDD1-D85F-44EF-8BEE-9F99A855C1E6}" srcOrd="0" destOrd="3" presId="urn:microsoft.com/office/officeart/2011/layout/InterconnectedBlockProcess"/>
    <dgm:cxn modelId="{F9FBA093-1472-4498-809B-4A41562A2C9D}" type="presOf" srcId="{97FD6E00-E8AF-4DA6-9F86-0633C0403A0D}" destId="{2532504F-5FE1-4C97-B485-F05E8885EACC}" srcOrd="0" destOrd="5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06CCA596-2ECB-47BC-9B4D-92CCCDC40303}" type="presOf" srcId="{CF4A1F7B-E8E3-46F9-9CEC-C26CED6AA7C7}" destId="{2532504F-5FE1-4C97-B485-F05E8885EACC}" srcOrd="0" destOrd="1" presId="urn:microsoft.com/office/officeart/2011/layout/InterconnectedBlockProcess"/>
    <dgm:cxn modelId="{3186129A-80B8-4211-91B9-53B8BD25961F}" type="presOf" srcId="{988D96B0-D16E-4763-B393-84178CF4FF50}" destId="{65257024-FAC0-4522-B139-1CC85B547BE8}" srcOrd="0" destOrd="0" presId="urn:microsoft.com/office/officeart/2011/layout/InterconnectedBlockProcess"/>
    <dgm:cxn modelId="{263EEF9B-5BEA-4F2E-BD0A-575A8F2E8F1E}" srcId="{7B3055AA-BF7C-46D0-9A9E-60087B9F57B4}" destId="{1FFD9D0B-0B81-4454-A4AE-91EA75B20A98}" srcOrd="5" destOrd="0" parTransId="{28F7E46D-3317-4C35-B163-B8C81370A53D}" sibTransId="{81DF0925-A994-4465-B6FB-B316B7AEEE1D}"/>
    <dgm:cxn modelId="{9A0C219C-9B4F-439D-A822-BAE1321D2E62}" type="presOf" srcId="{CF4A1F7B-E8E3-46F9-9CEC-C26CED6AA7C7}" destId="{0D08ED52-6744-4369-B780-916B09984775}" srcOrd="1" destOrd="1" presId="urn:microsoft.com/office/officeart/2011/layout/InterconnectedBlockProcess"/>
    <dgm:cxn modelId="{7FD0439C-60B1-4D1C-B09D-DD8EDA305C58}" type="presOf" srcId="{1FFD9D0B-0B81-4454-A4AE-91EA75B20A98}" destId="{06F8D57B-EDF4-4CF4-8700-DC2CA3E3028E}" srcOrd="0" destOrd="5" presId="urn:microsoft.com/office/officeart/2011/layout/InterconnectedBlockProcess"/>
    <dgm:cxn modelId="{4DC6719D-0259-4C6F-A6F4-F744B822B0EC}" srcId="{A59EC69B-8F3F-425B-819F-E8C557946AEE}" destId="{97FD6E00-E8AF-4DA6-9F86-0633C0403A0D}" srcOrd="5" destOrd="0" parTransId="{D287E220-16E2-4E9B-ACBC-D5ABA2F4C6AB}" sibTransId="{DCB3093D-CB71-4741-A18E-F1597C68DBC5}"/>
    <dgm:cxn modelId="{A7CED0A0-803D-4723-B88C-03DF8436B429}" srcId="{988D96B0-D16E-4763-B393-84178CF4FF50}" destId="{B776751D-A9DB-4119-9AC2-7CC74EAA2F51}" srcOrd="2" destOrd="0" parTransId="{12EE8A5B-8E1C-4C60-9C28-1EC5E5534071}" sibTransId="{DFB4B761-6ABF-433C-B9AA-462B76BA07C1}"/>
    <dgm:cxn modelId="{3A6CD0A6-9A97-4B33-BF30-A662EBF65D82}" type="presOf" srcId="{A59EC69B-8F3F-425B-819F-E8C557946AEE}" destId="{4C66D42D-7E6D-4563-AFDC-369C30B73F70}" srcOrd="0" destOrd="0" presId="urn:microsoft.com/office/officeart/2011/layout/InterconnectedBlockProcess"/>
    <dgm:cxn modelId="{16F9BCB2-03B9-48DA-A55A-BE5A3B693DFC}" type="presOf" srcId="{639BBDA1-FF84-48A5-9875-9287B108B209}" destId="{06F8D57B-EDF4-4CF4-8700-DC2CA3E3028E}" srcOrd="0" destOrd="2" presId="urn:microsoft.com/office/officeart/2011/layout/InterconnectedBlockProcess"/>
    <dgm:cxn modelId="{E99ECAB2-36CD-43E5-A18E-D6A5DAB9B09C}" type="presOf" srcId="{5F95ED37-748F-4D12-83DC-92ED1627F162}" destId="{2532504F-5FE1-4C97-B485-F05E8885EACC}" srcOrd="0" destOrd="3" presId="urn:microsoft.com/office/officeart/2011/layout/InterconnectedBlockProcess"/>
    <dgm:cxn modelId="{20B051B6-69D8-4448-9B6E-AED7D5CC2B9F}" type="presOf" srcId="{73DB572E-062D-41AD-8033-D361B8E583DB}" destId="{0D08ED52-6744-4369-B780-916B09984775}" srcOrd="1" destOrd="0" presId="urn:microsoft.com/office/officeart/2011/layout/InterconnectedBlockProcess"/>
    <dgm:cxn modelId="{D8B527B7-748C-4CC5-B811-180F370D131B}" type="presOf" srcId="{D471E45F-B026-44AA-9616-57E786AE80AF}" destId="{A134CDD1-D85F-44EF-8BEE-9F99A855C1E6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E2378C3-B201-4817-AC30-482017E8D46C}" srcId="{7B3055AA-BF7C-46D0-9A9E-60087B9F57B4}" destId="{59F86255-B46C-44EB-AB4B-3ECCC4BD7165}" srcOrd="3" destOrd="0" parTransId="{0AB102C9-1A4F-416A-922A-37108D6B1716}" sibTransId="{C4C72CF8-B6F6-412A-B30B-ACFD8F89259B}"/>
    <dgm:cxn modelId="{A89E8CCE-DC9D-4BC1-984D-FEF289B82C65}" type="presOf" srcId="{5751524B-FB67-4894-A0C5-35151E149D68}" destId="{A6BCDA7B-D633-438F-B44D-CB4D60E5C492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CDD68D5-5E29-43F2-852B-002034E82293}" srcId="{988D96B0-D16E-4763-B393-84178CF4FF50}" destId="{2DEF66DE-D049-4439-B65C-71213E0F69C7}" srcOrd="1" destOrd="0" parTransId="{B890B9A6-1D07-4D08-94C4-A031ACCB71F6}" sibTransId="{C1FCA6AD-6B9D-4067-953D-FF6A05F22875}"/>
    <dgm:cxn modelId="{39CCA6DC-209E-4E9C-A834-B3526875BC71}" srcId="{7B3055AA-BF7C-46D0-9A9E-60087B9F57B4}" destId="{17CC09B7-E77B-4912-8177-193B04795BD7}" srcOrd="4" destOrd="0" parTransId="{BC729B04-B309-4D93-9E88-134BF1198A97}" sibTransId="{2A757CF4-7F42-40EA-8735-E631458785FE}"/>
    <dgm:cxn modelId="{D61B48DE-4AFF-478D-8D80-BD58D0387BCE}" type="presOf" srcId="{17CC09B7-E77B-4912-8177-193B04795BD7}" destId="{06F8D57B-EDF4-4CF4-8700-DC2CA3E3028E}" srcOrd="0" destOrd="4" presId="urn:microsoft.com/office/officeart/2011/layout/InterconnectedBlockProcess"/>
    <dgm:cxn modelId="{49BDE7E3-1D22-4AEB-BD65-66231609AF18}" type="presOf" srcId="{B776751D-A9DB-4119-9AC2-7CC74EAA2F51}" destId="{A134CDD1-D85F-44EF-8BEE-9F99A855C1E6}" srcOrd="0" destOrd="2" presId="urn:microsoft.com/office/officeart/2011/layout/InterconnectedBlockProcess"/>
    <dgm:cxn modelId="{6B9095E9-22BB-4F36-B062-17DD277CD02F}" type="presOf" srcId="{2DEF66DE-D049-4439-B65C-71213E0F69C7}" destId="{A134CDD1-D85F-44EF-8BEE-9F99A855C1E6}" srcOrd="0" destOrd="1" presId="urn:microsoft.com/office/officeart/2011/layout/InterconnectedBlockProcess"/>
    <dgm:cxn modelId="{9D1D4DEB-1068-4C76-9588-3CF7A045B800}" type="presOf" srcId="{5F95ED37-748F-4D12-83DC-92ED1627F162}" destId="{0D08ED52-6744-4369-B780-916B09984775}" srcOrd="1" destOrd="3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6EEDEF7-9353-4966-8F69-6C074AC20708}" type="presOf" srcId="{11C355E4-90E7-4A55-B4CF-A6C90E8E51DE}" destId="{0D08ED52-6744-4369-B780-916B09984775}" srcOrd="1" destOrd="4" presId="urn:microsoft.com/office/officeart/2011/layout/InterconnectedBlockProcess"/>
    <dgm:cxn modelId="{D932F9F7-A81C-4FF0-88C8-84612E33E29F}" type="presOf" srcId="{1FFD9D0B-0B81-4454-A4AE-91EA75B20A98}" destId="{6BCCFBA6-7A43-4631-AD7F-AFB10E1E6CD7}" srcOrd="1" destOrd="5" presId="urn:microsoft.com/office/officeart/2011/layout/InterconnectedBlockProcess"/>
    <dgm:cxn modelId="{289025FD-3CCE-42C8-A7D1-FC04964EF912}" type="presOf" srcId="{E68A8E4B-DBA8-4D2B-A2F5-66A9B7237E81}" destId="{06F8D57B-EDF4-4CF4-8700-DC2CA3E3028E}" srcOrd="0" destOrd="1" presId="urn:microsoft.com/office/officeart/2011/layout/InterconnectedBlockProcess"/>
    <dgm:cxn modelId="{CB020F8B-CA4C-4E6B-8091-C346C3026A5D}" type="presParOf" srcId="{A6BCDA7B-D633-438F-B44D-CB4D60E5C492}" destId="{96AFCF47-32CA-4C44-9E3C-782007B7112E}" srcOrd="0" destOrd="0" presId="urn:microsoft.com/office/officeart/2011/layout/InterconnectedBlockProcess"/>
    <dgm:cxn modelId="{E5334298-2AF2-45CB-8D21-40499AEAA46A}" type="presParOf" srcId="{96AFCF47-32CA-4C44-9E3C-782007B7112E}" destId="{2532504F-5FE1-4C97-B485-F05E8885EACC}" srcOrd="0" destOrd="0" presId="urn:microsoft.com/office/officeart/2011/layout/InterconnectedBlockProcess"/>
    <dgm:cxn modelId="{C4BC6AE7-CFD8-4E91-B116-8CA92D0AADBE}" type="presParOf" srcId="{A6BCDA7B-D633-438F-B44D-CB4D60E5C492}" destId="{0D08ED52-6744-4369-B780-916B09984775}" srcOrd="1" destOrd="0" presId="urn:microsoft.com/office/officeart/2011/layout/InterconnectedBlockProcess"/>
    <dgm:cxn modelId="{40E72FE2-814B-4111-9B8E-E895E9BDCE16}" type="presParOf" srcId="{A6BCDA7B-D633-438F-B44D-CB4D60E5C492}" destId="{4C66D42D-7E6D-4563-AFDC-369C30B73F70}" srcOrd="2" destOrd="0" presId="urn:microsoft.com/office/officeart/2011/layout/InterconnectedBlockProcess"/>
    <dgm:cxn modelId="{A03EA20F-87ED-4A41-BB50-65C7266D2F7D}" type="presParOf" srcId="{A6BCDA7B-D633-438F-B44D-CB4D60E5C492}" destId="{C1269CE6-C767-48CC-AAFD-A238D1FFDABA}" srcOrd="3" destOrd="0" presId="urn:microsoft.com/office/officeart/2011/layout/InterconnectedBlockProcess"/>
    <dgm:cxn modelId="{49DA92D0-ECD7-4C86-80A6-2A6D8DF8D1EE}" type="presParOf" srcId="{C1269CE6-C767-48CC-AAFD-A238D1FFDABA}" destId="{06F8D57B-EDF4-4CF4-8700-DC2CA3E3028E}" srcOrd="0" destOrd="0" presId="urn:microsoft.com/office/officeart/2011/layout/InterconnectedBlockProcess"/>
    <dgm:cxn modelId="{5C56740E-21D8-47BF-B61B-1224B67AACAC}" type="presParOf" srcId="{A6BCDA7B-D633-438F-B44D-CB4D60E5C492}" destId="{6BCCFBA6-7A43-4631-AD7F-AFB10E1E6CD7}" srcOrd="4" destOrd="0" presId="urn:microsoft.com/office/officeart/2011/layout/InterconnectedBlockProcess"/>
    <dgm:cxn modelId="{23D17F0E-2746-4B65-9AC1-13259C3F2F78}" type="presParOf" srcId="{A6BCDA7B-D633-438F-B44D-CB4D60E5C492}" destId="{00BB3360-A9BB-4051-A4B1-1216F82F642C}" srcOrd="5" destOrd="0" presId="urn:microsoft.com/office/officeart/2011/layout/InterconnectedBlockProcess"/>
    <dgm:cxn modelId="{A3342794-F5B2-4D54-B573-1EDD006A2AE9}" type="presParOf" srcId="{A6BCDA7B-D633-438F-B44D-CB4D60E5C492}" destId="{7305DF14-0FF5-45E4-8B19-015814092DBD}" srcOrd="6" destOrd="0" presId="urn:microsoft.com/office/officeart/2011/layout/InterconnectedBlockProcess"/>
    <dgm:cxn modelId="{B726B554-5EBB-4562-A832-C9A47A264F75}" type="presParOf" srcId="{7305DF14-0FF5-45E4-8B19-015814092DBD}" destId="{A134CDD1-D85F-44EF-8BEE-9F99A855C1E6}" srcOrd="0" destOrd="0" presId="urn:microsoft.com/office/officeart/2011/layout/InterconnectedBlockProcess"/>
    <dgm:cxn modelId="{62913689-966F-48A9-ACEC-18CB58810599}" type="presParOf" srcId="{A6BCDA7B-D633-438F-B44D-CB4D60E5C492}" destId="{1C91D7E3-8940-4A33-9182-677DD5415901}" srcOrd="7" destOrd="0" presId="urn:microsoft.com/office/officeart/2011/layout/InterconnectedBlockProcess"/>
    <dgm:cxn modelId="{B718E03E-060C-483D-A518-EE9642F30819}" type="presParOf" srcId="{A6BCDA7B-D633-438F-B44D-CB4D60E5C492}" destId="{65257024-FAC0-4522-B139-1CC85B547BE8}" srcOrd="8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2504F-5FE1-4C97-B485-F05E8885EACC}">
      <dsp:nvSpPr>
        <dsp:cNvPr id="0" name=""/>
        <dsp:cNvSpPr/>
      </dsp:nvSpPr>
      <dsp:spPr>
        <a:xfrm>
          <a:off x="6783080" y="809974"/>
          <a:ext cx="1709980" cy="3800013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0000"/>
              </a:solidFill>
              <a:latin typeface="Times New Roman"/>
              <a:cs typeface="Times New Roman"/>
            </a:rPr>
            <a:t>Execution:            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0B050"/>
              </a:solidFill>
              <a:latin typeface="Times New Roman"/>
              <a:cs typeface="Times New Roman"/>
            </a:rPr>
            <a:t>"Carrying out the work"</a:t>
          </a:r>
          <a:r>
            <a:rPr lang="en-US" sz="1400" kern="1200">
              <a:latin typeface="Times New Roman"/>
              <a:cs typeface="Times New Roman"/>
            </a:rPr>
            <a:t>, which includes </a:t>
          </a:r>
          <a:r>
            <a:rPr lang="en-US" sz="1400" kern="1200">
              <a:solidFill>
                <a:schemeClr val="tx1"/>
              </a:solidFill>
              <a:latin typeface="Times New Roman"/>
              <a:cs typeface="Times New Roman"/>
            </a:rPr>
            <a:t>building</a:t>
          </a:r>
          <a:r>
            <a:rPr lang="en-US" sz="1400" kern="1200">
              <a:latin typeface="Times New Roman"/>
              <a:cs typeface="Times New Roman"/>
            </a:rPr>
            <a:t> of the project, writing and implementing the code as part of programming, and finally running the testrun to check the accuracy of the device.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C00000"/>
              </a:solidFill>
              <a:latin typeface="Times New Roman"/>
              <a:cs typeface="Times New Roman"/>
            </a:rPr>
            <a:t>Week – 4 &amp; 5</a:t>
          </a:r>
          <a:r>
            <a:rPr lang="en-US" sz="1400" kern="1200">
              <a:latin typeface="Times New Roman"/>
              <a:cs typeface="Times New Roman"/>
            </a:rPr>
            <a:t>     </a:t>
          </a: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</dsp:txBody>
      <dsp:txXfrm>
        <a:off x="7000099" y="809974"/>
        <a:ext cx="1492962" cy="3800013"/>
      </dsp:txXfrm>
    </dsp:sp>
    <dsp:sp modelId="{4C66D42D-7E6D-4563-AFDC-369C30B73F70}">
      <dsp:nvSpPr>
        <dsp:cNvPr id="0" name=""/>
        <dsp:cNvSpPr/>
      </dsp:nvSpPr>
      <dsp:spPr>
        <a:xfrm>
          <a:off x="6783080" y="0"/>
          <a:ext cx="1709980" cy="811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Phase</a:t>
          </a:r>
          <a:r>
            <a:rPr lang="en-US" sz="280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 3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83080" y="0"/>
        <a:ext cx="1709980" cy="811357"/>
      </dsp:txXfrm>
    </dsp:sp>
    <dsp:sp modelId="{06F8D57B-EDF4-4CF4-8700-DC2CA3E3028E}">
      <dsp:nvSpPr>
        <dsp:cNvPr id="0" name=""/>
        <dsp:cNvSpPr/>
      </dsp:nvSpPr>
      <dsp:spPr>
        <a:xfrm>
          <a:off x="5072587" y="809974"/>
          <a:ext cx="1709980" cy="3528945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0000"/>
              </a:solidFill>
              <a:latin typeface="Times New Roman"/>
              <a:cs typeface="Times New Roman"/>
            </a:rPr>
            <a:t>Planning:              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0B050"/>
              </a:solidFill>
              <a:latin typeface="Times New Roman"/>
              <a:cs typeface="Times New Roman"/>
            </a:rPr>
            <a:t>"Organization and</a:t>
          </a:r>
          <a:r>
            <a:rPr lang="en-US" sz="1400" kern="1200">
              <a:latin typeface="Times New Roman"/>
              <a:cs typeface="Times New Roman"/>
            </a:rPr>
            <a:t> </a:t>
          </a:r>
          <a:r>
            <a:rPr lang="en-US" sz="1400" kern="1200">
              <a:solidFill>
                <a:srgbClr val="00B050"/>
              </a:solidFill>
              <a:latin typeface="Times New Roman"/>
              <a:cs typeface="Times New Roman"/>
            </a:rPr>
            <a:t>preparing"</a:t>
          </a:r>
          <a:r>
            <a:rPr lang="en-US" sz="1400" kern="1200">
              <a:latin typeface="Times New Roman"/>
              <a:cs typeface="Times New Roman"/>
            </a:rPr>
            <a:t>,</a:t>
          </a:r>
          <a:r>
            <a:rPr lang="en-US" sz="1400" kern="1200">
              <a:solidFill>
                <a:schemeClr val="tx1"/>
              </a:solidFill>
              <a:latin typeface="Times New Roman"/>
              <a:cs typeface="Times New Roman"/>
            </a:rPr>
            <a:t> which includes the planning of blueprint of the project and estimation of the financial cost of the project.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solidFill>
              <a:schemeClr val="tx1"/>
            </a:solidFill>
            <a:latin typeface="Times New Roman"/>
            <a:cs typeface="Times New Roman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C00000"/>
              </a:solidFill>
              <a:latin typeface="Times New Roman"/>
              <a:cs typeface="Times New Roman"/>
            </a:rPr>
            <a:t>Week - 2 &amp; 3</a:t>
          </a:r>
          <a:r>
            <a:rPr lang="en-US" sz="1400" kern="1200">
              <a:latin typeface="Times New Roman"/>
              <a:cs typeface="Times New Roman"/>
            </a:rPr>
            <a:t>    </a:t>
          </a:r>
        </a:p>
      </dsp:txBody>
      <dsp:txXfrm>
        <a:off x="5289605" y="809974"/>
        <a:ext cx="1492962" cy="3528945"/>
      </dsp:txXfrm>
    </dsp:sp>
    <dsp:sp modelId="{00BB3360-A9BB-4051-A4B1-1216F82F642C}">
      <dsp:nvSpPr>
        <dsp:cNvPr id="0" name=""/>
        <dsp:cNvSpPr/>
      </dsp:nvSpPr>
      <dsp:spPr>
        <a:xfrm>
          <a:off x="5072587" y="131384"/>
          <a:ext cx="1709980" cy="678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Phase 2</a:t>
          </a:r>
        </a:p>
      </dsp:txBody>
      <dsp:txXfrm>
        <a:off x="5072587" y="131384"/>
        <a:ext cx="1709980" cy="678590"/>
      </dsp:txXfrm>
    </dsp:sp>
    <dsp:sp modelId="{A134CDD1-D85F-44EF-8BEE-9F99A855C1E6}">
      <dsp:nvSpPr>
        <dsp:cNvPr id="0" name=""/>
        <dsp:cNvSpPr/>
      </dsp:nvSpPr>
      <dsp:spPr>
        <a:xfrm>
          <a:off x="3362606" y="809974"/>
          <a:ext cx="1709980" cy="32574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FF0000"/>
              </a:solidFill>
              <a:latin typeface="Times New Roman"/>
              <a:cs typeface="Times New Roman"/>
            </a:rPr>
            <a:t>Initiation:             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00B050"/>
              </a:solidFill>
              <a:latin typeface="Times New Roman"/>
              <a:cs typeface="Times New Roman"/>
            </a:rPr>
            <a:t>"Starting of the project"</a:t>
          </a:r>
          <a:r>
            <a:rPr lang="en-US" sz="1400" kern="1200">
              <a:solidFill>
                <a:schemeClr val="tx1"/>
              </a:solidFill>
              <a:latin typeface="Times New Roman"/>
              <a:cs typeface="Times New Roman"/>
            </a:rPr>
            <a:t>, which includes holding  kickoff meeting with the group and developing the resources needed to develop the project plan.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Times New Roman"/>
            <a:cs typeface="Times New Roman"/>
          </a:endParaRPr>
        </a:p>
        <a:p>
          <a:pPr marL="0" lvl="0" indent="0" algn="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rgbClr val="C00000"/>
              </a:solidFill>
              <a:latin typeface="Times New Roman"/>
              <a:cs typeface="Times New Roman"/>
            </a:rPr>
            <a:t>Week - 1</a:t>
          </a:r>
          <a:r>
            <a:rPr lang="en-US" sz="1400" kern="1200">
              <a:latin typeface="Times New Roman"/>
              <a:cs typeface="Times New Roman"/>
            </a:rPr>
            <a:t>         </a:t>
          </a:r>
        </a:p>
      </dsp:txBody>
      <dsp:txXfrm>
        <a:off x="3579624" y="809974"/>
        <a:ext cx="1492962" cy="3257417"/>
      </dsp:txXfrm>
    </dsp:sp>
    <dsp:sp modelId="{65257024-FAC0-4522-B139-1CC85B547BE8}">
      <dsp:nvSpPr>
        <dsp:cNvPr id="0" name=""/>
        <dsp:cNvSpPr/>
      </dsp:nvSpPr>
      <dsp:spPr>
        <a:xfrm>
          <a:off x="3362606" y="266918"/>
          <a:ext cx="1709980" cy="5430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 panose="02020603050405020304" pitchFamily="18" charset="0"/>
              <a:cs typeface="Times New Roman" panose="02020603050405020304" pitchFamily="18" charset="0"/>
            </a:rPr>
            <a:t>Phase 1</a:t>
          </a:r>
        </a:p>
      </dsp:txBody>
      <dsp:txXfrm>
        <a:off x="3362606" y="266918"/>
        <a:ext cx="1709980" cy="543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322" y="-203206"/>
            <a:ext cx="10573109" cy="1556259"/>
          </a:xfrm>
        </p:spPr>
        <p:txBody>
          <a:bodyPr/>
          <a:lstStyle/>
          <a:p>
            <a:pPr algn="ctr"/>
            <a:r>
              <a:rPr lang="en-IN" altLang="en-US"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Innovative Projects- Arduino Using Embedded ‘C’ (CSE1002) 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70C0"/>
                </a:solidFill>
                <a:latin typeface="Times New Roman"/>
                <a:ea typeface="Tahoma"/>
                <a:cs typeface="Times New Roman"/>
              </a:rPr>
              <a:t>Phase –2 Review Presentation </a:t>
            </a:r>
            <a:br>
              <a:rPr lang="en-US" sz="2400" b="1" dirty="0"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rgbClr val="0070C0"/>
                </a:solidFill>
                <a:latin typeface="Times New Roman"/>
                <a:ea typeface="Tahoma"/>
                <a:cs typeface="Times New Roman"/>
              </a:rPr>
              <a:t>Designing Of "PIT VOLUME TOTALIZER" Using Arduino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0179"/>
            <a:ext cx="10506308" cy="5363643"/>
          </a:xfrm>
        </p:spPr>
        <p:txBody>
          <a:bodyPr/>
          <a:lstStyle/>
          <a:p>
            <a:pPr marL="0" indent="0" algn="ctr">
              <a:buNone/>
            </a:pPr>
            <a:r>
              <a:rPr lang="en-US" sz="1400" b="1">
                <a:solidFill>
                  <a:srgbClr val="A71180"/>
                </a:solidFill>
                <a:latin typeface="Times New Roman"/>
                <a:cs typeface="Times New Roman"/>
              </a:rPr>
              <a:t>Submitted to the Presidency University, Bengaluru in partial fulfillment of the requirements for the Innovative Project- Arduino Using Embedded ‘C</a:t>
            </a:r>
            <a:r>
              <a:rPr lang="en-US" sz="1400" b="1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’ </a:t>
            </a:r>
            <a:endParaRPr lang="en-US" sz="1400" b="1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By</a:t>
            </a:r>
            <a:endParaRPr lang="en-US" sz="1400" b="1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b="1">
                <a:solidFill>
                  <a:srgbClr val="FF0000"/>
                </a:solidFill>
                <a:latin typeface="Times New Roman"/>
                <a:cs typeface="Times New Roman"/>
              </a:rPr>
              <a:t>IPC-10</a:t>
            </a:r>
            <a:endParaRPr 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b="1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  <a:defRPr/>
            </a:pPr>
            <a:endParaRPr lang="en-US" sz="1400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endParaRPr lang="en-IN" sz="1400" b="1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IN" sz="1400" b="1">
                <a:latin typeface="Times New Roman"/>
                <a:cs typeface="Times New Roman"/>
              </a:rPr>
              <a:t>       Under the supervision of </a:t>
            </a:r>
            <a:endParaRPr lang="en-IN" sz="1200">
              <a:solidFill>
                <a:srgbClr val="92D050"/>
              </a:solidFill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IN" sz="1200" b="1">
                <a:solidFill>
                  <a:srgbClr val="C00000"/>
                </a:solidFill>
                <a:latin typeface="Times New Roman"/>
                <a:cs typeface="Times New Roman"/>
              </a:rPr>
              <a:t>       Mr. Bhairab Jyoti Gogoi</a:t>
            </a:r>
            <a:b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b="1">
                <a:solidFill>
                  <a:srgbClr val="C00000"/>
                </a:solidFill>
                <a:latin typeface="Times New Roman"/>
                <a:cs typeface="Times New Roman"/>
              </a:rPr>
              <a:t>   Assistant Professor</a:t>
            </a:r>
            <a:br>
              <a:rPr lang="en-IN" sz="1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b="1">
                <a:solidFill>
                  <a:srgbClr val="C00000"/>
                </a:solidFill>
                <a:latin typeface="Times New Roman"/>
                <a:cs typeface="Times New Roman"/>
              </a:rPr>
              <a:t>      Department of Petroleum</a:t>
            </a:r>
            <a:r>
              <a:rPr lang="en-US" sz="1200" b="1">
                <a:solidFill>
                  <a:srgbClr val="C00000"/>
                </a:solidFill>
                <a:latin typeface="Times New Roman"/>
                <a:cs typeface="Times New Roman"/>
              </a:rPr>
              <a:t> Engineering</a:t>
            </a:r>
            <a:b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>
                <a:solidFill>
                  <a:srgbClr val="92D050"/>
                </a:solidFill>
                <a:latin typeface="Times New Roman"/>
                <a:cs typeface="Times New Roman"/>
              </a:rPr>
              <a:t>  March , 2022</a:t>
            </a:r>
            <a:endParaRPr lang="en-IN" sz="1200">
              <a:solidFill>
                <a:srgbClr val="92D050"/>
              </a:solidFill>
              <a:latin typeface="Times New Roman"/>
              <a:ea typeface="+mn-lt"/>
              <a:cs typeface="Times New Roman"/>
            </a:endParaRPr>
          </a:p>
          <a:p>
            <a:pPr>
              <a:defRPr/>
            </a:pP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486133"/>
              </p:ext>
            </p:extLst>
          </p:nvPr>
        </p:nvGraphicFramePr>
        <p:xfrm>
          <a:off x="3591034" y="2224689"/>
          <a:ext cx="5043108" cy="2314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554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2521554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2196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0625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Shashank S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20211CSE0214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518279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Sahana G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M A Bhuvana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20211CSE0213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20211MEC0012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526132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Mohammed Aiman Khan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Vaibhav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20211EEE0026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20211CAI0108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  <a:tr h="455458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Ruthvik M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/>
                          <a:cs typeface="Times New Roman"/>
                        </a:rPr>
                        <a:t>20211ECE0236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31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46827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855" y="53020"/>
            <a:ext cx="10515600" cy="495973"/>
          </a:xfrm>
        </p:spPr>
        <p:txBody>
          <a:bodyPr/>
          <a:lstStyle/>
          <a:p>
            <a:r>
              <a:rPr lang="en-US" sz="3200" b="1">
                <a:solidFill>
                  <a:srgbClr val="0070C0"/>
                </a:solidFill>
                <a:latin typeface="Times New Roman"/>
                <a:cs typeface="Times New Roman"/>
              </a:rPr>
              <a:t>Project Brief Summary</a:t>
            </a:r>
            <a:endParaRPr lang="en-US" sz="3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856" y="432996"/>
            <a:ext cx="11190013" cy="4937658"/>
          </a:xfrm>
        </p:spPr>
        <p:txBody>
          <a:bodyPr/>
          <a:lstStyle/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solidFill>
                  <a:srgbClr val="C00000"/>
                </a:solidFill>
                <a:ea typeface="+mn-lt"/>
                <a:cs typeface="+mn-lt"/>
              </a:rPr>
              <a:t>Overview: </a:t>
            </a:r>
            <a:endParaRPr lang="en-US" sz="1800">
              <a:ea typeface="+mn-lt"/>
              <a:cs typeface="+mn-lt"/>
            </a:endParaRPr>
          </a:p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By using a flow sensor with a microcontroller like Arduino, we can calculate the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flow rate</a:t>
            </a:r>
            <a:r>
              <a:rPr lang="en-US" sz="1800">
                <a:ea typeface="+mn-lt"/>
                <a:cs typeface="+mn-lt"/>
              </a:rPr>
              <a:t>, and check the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volume of liquid</a:t>
            </a:r>
            <a:r>
              <a:rPr lang="en-US" sz="1800">
                <a:ea typeface="+mn-lt"/>
                <a:cs typeface="+mn-lt"/>
              </a:rPr>
              <a:t> that has passed through a pipe, and control it as required.</a:t>
            </a:r>
            <a:endParaRPr lang="en-US" sz="1800">
              <a:cs typeface="Calibri"/>
            </a:endParaRPr>
          </a:p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solidFill>
                  <a:srgbClr val="C00000"/>
                </a:solidFill>
                <a:ea typeface="+mn-lt"/>
                <a:cs typeface="+mn-lt"/>
              </a:rPr>
              <a:t>Objectives:</a:t>
            </a:r>
            <a:r>
              <a:rPr lang="en-US" sz="1800">
                <a:solidFill>
                  <a:schemeClr val="accent2">
                    <a:lumMod val="75000"/>
                  </a:schemeClr>
                </a:solidFill>
                <a:ea typeface="+mn-lt"/>
                <a:cs typeface="+mn-lt"/>
              </a:rPr>
              <a:t> </a:t>
            </a:r>
          </a:p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In this project, we are going to build a water flow sensor using Arduino. We will interface the water flow sensor with Arduino and Laptop, and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program it to display the volume</a:t>
            </a:r>
            <a:r>
              <a:rPr lang="en-US" sz="1800">
                <a:solidFill>
                  <a:srgbClr val="00B0F0"/>
                </a:solidFill>
                <a:ea typeface="+mn-lt"/>
                <a:cs typeface="+mn-lt"/>
              </a:rPr>
              <a:t> </a:t>
            </a:r>
            <a:r>
              <a:rPr lang="en-US" sz="1800">
                <a:ea typeface="+mn-lt"/>
                <a:cs typeface="+mn-lt"/>
              </a:rPr>
              <a:t>and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flowrate of the water</a:t>
            </a:r>
            <a:r>
              <a:rPr lang="en-US" sz="1800">
                <a:ea typeface="+mn-lt"/>
                <a:cs typeface="+mn-lt"/>
              </a:rPr>
              <a:t>, which is passing through the valve. For this particular project, we are going to use the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YF-S201water flow sensor</a:t>
            </a:r>
            <a:r>
              <a:rPr lang="en-US" sz="1800">
                <a:ea typeface="+mn-lt"/>
                <a:cs typeface="+mn-lt"/>
              </a:rPr>
              <a:t>, which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uses a hall effect to sense the flow rate of the liquid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solidFill>
                  <a:srgbClr val="C00000"/>
                </a:solidFill>
                <a:ea typeface="+mn-lt"/>
                <a:cs typeface="+mn-lt"/>
              </a:rPr>
              <a:t>Outcome:</a:t>
            </a:r>
          </a:p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Apart from manufacturing industries, this device can also be used in the: Agriculture sector, Food processing, Water management, Mining industry, Petroleum Industry, Water recycling, Coffee machines, etc.</a:t>
            </a:r>
            <a:endParaRPr lang="en-US" sz="1800">
              <a:cs typeface="Calibri" panose="020F0502020204030204"/>
            </a:endParaRPr>
          </a:p>
          <a:p>
            <a:pPr marL="269875" indent="-269875">
              <a:lnSpc>
                <a:spcPct val="114999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Further, a water flow sensor will be a good addition to projects like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Automatic Water Dispenser</a:t>
            </a:r>
            <a:r>
              <a:rPr lang="en-US" sz="1800">
                <a:solidFill>
                  <a:srgbClr val="00B0F0"/>
                </a:solidFill>
                <a:ea typeface="+mn-lt"/>
                <a:cs typeface="+mn-lt"/>
              </a:rPr>
              <a:t> </a:t>
            </a:r>
            <a:r>
              <a:rPr lang="en-US" sz="1800">
                <a:ea typeface="+mn-lt"/>
                <a:cs typeface="+mn-lt"/>
              </a:rPr>
              <a:t>and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Smart</a:t>
            </a:r>
            <a:r>
              <a:rPr lang="en-US" sz="1800">
                <a:solidFill>
                  <a:srgbClr val="00B0F0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Irrigation Systems</a:t>
            </a:r>
            <a:r>
              <a:rPr lang="en-US" sz="1800">
                <a:ea typeface="+mn-lt"/>
                <a:cs typeface="+mn-lt"/>
              </a:rPr>
              <a:t> where we need to monitor and control the flow of liquids.</a:t>
            </a:r>
          </a:p>
          <a:p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539"/>
            <a:ext cx="10515600" cy="819241"/>
          </a:xfrm>
        </p:spPr>
        <p:txBody>
          <a:bodyPr/>
          <a:lstStyle/>
          <a:p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9057"/>
            <a:ext cx="10865944" cy="4504882"/>
          </a:xfrm>
        </p:spPr>
        <p:txBody>
          <a:bodyPr/>
          <a:lstStyle/>
          <a:p>
            <a:pPr marL="269875" indent="-269875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The main challenge that occurred during the building of device was the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code implementation for the water flow calculation.</a:t>
            </a:r>
          </a:p>
          <a:p>
            <a:pPr marL="269875" indent="-269875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solidFill>
                  <a:srgbClr val="C00000"/>
                </a:solidFill>
                <a:ea typeface="+mn-lt"/>
                <a:cs typeface="+mn-lt"/>
              </a:rPr>
              <a:t>How to overcome it :-</a:t>
            </a:r>
          </a:p>
          <a:p>
            <a:pPr marL="269875" indent="-269875" algn="just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As you might know,</a:t>
            </a:r>
          </a:p>
          <a:p>
            <a:pPr marL="269875" indent="-269875" algn="just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1 Liter = 1000 mL</a:t>
            </a:r>
          </a:p>
          <a:p>
            <a:pPr marL="269875" indent="-269875" algn="just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So, the range of the </a:t>
            </a:r>
            <a:r>
              <a:rPr lang="en-US" sz="1800">
                <a:solidFill>
                  <a:srgbClr val="00B050"/>
                </a:solidFill>
                <a:ea typeface="+mn-lt"/>
                <a:cs typeface="+mn-lt"/>
              </a:rPr>
              <a:t>YF-S201 sensor</a:t>
            </a:r>
            <a:r>
              <a:rPr lang="en-US" sz="1800">
                <a:ea typeface="+mn-lt"/>
                <a:cs typeface="+mn-lt"/>
              </a:rPr>
              <a:t> will be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300mL to 6000mL per minute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269875" indent="-269875" algn="just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At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1000mL you get 5880 pulses</a:t>
            </a:r>
            <a:r>
              <a:rPr lang="en-US" sz="1800">
                <a:ea typeface="+mn-lt"/>
                <a:cs typeface="+mn-lt"/>
              </a:rPr>
              <a:t>, but if it is over a minute otherwise over a second it will be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5880/60 = 98</a:t>
            </a:r>
            <a:r>
              <a:rPr lang="en-US" sz="180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Hz</a:t>
            </a:r>
            <a:r>
              <a:rPr lang="en-US" sz="1800">
                <a:ea typeface="+mn-lt"/>
                <a:cs typeface="+mn-lt"/>
              </a:rPr>
              <a:t> square wave which has a period of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1/98 = 10.2 milliseconds</a:t>
            </a:r>
            <a:r>
              <a:rPr lang="en-US" sz="1800">
                <a:ea typeface="+mn-lt"/>
                <a:cs typeface="+mn-lt"/>
              </a:rPr>
              <a:t>.</a:t>
            </a:r>
          </a:p>
          <a:p>
            <a:pPr marL="269875" indent="-269875" algn="just">
              <a:lnSpc>
                <a:spcPct val="125000"/>
              </a:lnSpc>
              <a:spcAft>
                <a:spcPts val="0"/>
              </a:spcAft>
            </a:pPr>
            <a:r>
              <a:rPr lang="en-US" sz="1800">
                <a:ea typeface="+mn-lt"/>
                <a:cs typeface="+mn-lt"/>
              </a:rPr>
              <a:t>For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1mL we calculated 5880/1000 = 5.88/60 = 0.098Hz</a:t>
            </a:r>
            <a:r>
              <a:rPr lang="en-US" sz="1800">
                <a:ea typeface="+mn-lt"/>
                <a:cs typeface="+mn-lt"/>
              </a:rPr>
              <a:t> with a period of </a:t>
            </a:r>
            <a:r>
              <a:rPr lang="en-US" sz="180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10.2 seconds</a:t>
            </a:r>
            <a:r>
              <a:rPr lang="en-US" sz="1800">
                <a:ea typeface="+mn-lt"/>
                <a:cs typeface="+mn-lt"/>
              </a:rPr>
              <a:t>. In the programming, we will be using the </a:t>
            </a:r>
            <a:r>
              <a:rPr lang="en-US" sz="180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US" sz="1800" err="1">
                <a:solidFill>
                  <a:srgbClr val="00B050"/>
                </a:solidFill>
                <a:ea typeface="+mn-lt"/>
                <a:cs typeface="+mn-lt"/>
              </a:rPr>
              <a:t>pulsein</a:t>
            </a:r>
            <a:r>
              <a:rPr lang="en-US" sz="180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US" sz="1800">
                <a:ea typeface="+mn-lt"/>
                <a:cs typeface="+mn-lt"/>
              </a:rPr>
              <a:t> function to measure the time of a pulse.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71" y="207150"/>
            <a:ext cx="10506308" cy="609067"/>
          </a:xfrm>
        </p:spPr>
        <p:txBody>
          <a:bodyPr/>
          <a:lstStyle/>
          <a:p>
            <a:r>
              <a:rPr lang="en-IN" altLang="en-US" sz="3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Circuit/Block Diagram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01D0285-7286-4B20-95A8-42340CAA4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113" y="894860"/>
            <a:ext cx="8436261" cy="440111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88710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8CA0E8-B3CF-C03C-723E-AC01533D3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61768" y="391348"/>
            <a:ext cx="3932237" cy="16002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9F8847-816F-EF11-969F-3230440B8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6432138" y="1878659"/>
            <a:ext cx="3932237" cy="3811588"/>
          </a:xfr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733590" y="189503"/>
            <a:ext cx="10515600" cy="62765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/>
            <a:r>
              <a:rPr lang="en-IN" altLang="en-US" sz="3200" b="1">
                <a:solidFill>
                  <a:srgbClr val="0070C0"/>
                </a:solidFill>
                <a:latin typeface="Times New Roman"/>
                <a:cs typeface="Times New Roman"/>
              </a:rPr>
              <a:t>Obtained Results</a:t>
            </a:r>
            <a:endParaRPr lang="en-US" sz="3200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48297" y="2416628"/>
            <a:ext cx="642692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GB" sz="2000">
              <a:solidFill>
                <a:srgbClr val="0070C0"/>
              </a:solidFill>
              <a:latin typeface="Calibri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228E8-DB02-8BDE-833F-F2F281B2F2A5}"/>
              </a:ext>
            </a:extLst>
          </p:cNvPr>
          <p:cNvSpPr txBox="1"/>
          <p:nvPr/>
        </p:nvSpPr>
        <p:spPr>
          <a:xfrm>
            <a:off x="3389408" y="2557739"/>
            <a:ext cx="642692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GB" sz="2000">
              <a:solidFill>
                <a:srgbClr val="0070C0"/>
              </a:solidFill>
              <a:latin typeface="Calibri"/>
              <a:cs typeface="Arial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48873E2F-66C3-9AA3-A066-59A684E061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611" b="611"/>
          <a:stretch/>
        </p:blipFill>
        <p:spPr>
          <a:xfrm>
            <a:off x="2238669" y="733426"/>
            <a:ext cx="7517461" cy="4629032"/>
          </a:xfrm>
        </p:spPr>
      </p:pic>
    </p:spTree>
    <p:extLst>
      <p:ext uri="{BB962C8B-B14F-4D97-AF65-F5344CB8AC3E}">
        <p14:creationId xmlns:p14="http://schemas.microsoft.com/office/powerpoint/2010/main" val="321868104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903633"/>
              </p:ext>
            </p:extLst>
          </p:nvPr>
        </p:nvGraphicFramePr>
        <p:xfrm>
          <a:off x="233856" y="1210491"/>
          <a:ext cx="11855668" cy="4609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-493077" y="1295436"/>
            <a:ext cx="18473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endParaRPr lang="en-GB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67450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80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Innovative Projects- Arduino Using Embedded ‘C’ (CSE1002)  Phase –2 Review Presentation  Designing Of "PIT VOLUME TOTALIZER" Using Arduino</vt:lpstr>
      <vt:lpstr>Project Brief Summary</vt:lpstr>
      <vt:lpstr>Challenges Faced in Project</vt:lpstr>
      <vt:lpstr>Circuit/Block Diagram</vt:lpstr>
      <vt:lpstr>PowerPoint Presentation</vt:lpstr>
      <vt:lpstr>Project Timeline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revision>10</cp:revision>
  <cp:lastPrinted>2018-07-24T06:37:20Z</cp:lastPrinted>
  <dcterms:created xsi:type="dcterms:W3CDTF">2018-06-07T04:06:17Z</dcterms:created>
  <dcterms:modified xsi:type="dcterms:W3CDTF">2022-04-23T05:28:18Z</dcterms:modified>
</cp:coreProperties>
</file>